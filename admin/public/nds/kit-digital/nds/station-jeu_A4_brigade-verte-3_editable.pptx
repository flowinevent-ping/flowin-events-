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sldSz cx="7559675" cy="1069181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0"/>
    <p:restoredTop sz="94692"/>
  </p:normalViewPr>
  <p:slideViewPr>
    <p:cSldViewPr snapToGrid="0" snapToObjects="1">
      <p:cViewPr>
        <p:scale>
          <a:sx n="161" d="100"/>
          <a:sy n="161" d="100"/>
        </p:scale>
        <p:origin x="1040" y="-566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7/6/26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7/6/26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7/6/26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7/6/26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7/6/26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7/6/26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7/6/26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png"/><Relationship Id="rId8" Type="http://schemas.openxmlformats.org/officeDocument/2006/relationships/image" Target="../media/image7.png"/><Relationship Id="rId9" Type="http://schemas.openxmlformats.org/officeDocument/2006/relationships/image" Target="../media/image8.png"/><Relationship Id="rId10" Type="http://schemas.openxmlformats.org/officeDocument/2006/relationships/image" Target="../media/image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bg_onl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7560000" cy="10692000"/>
          </a:xfrm>
          <a:prstGeom prst="rect">
            <a:avLst/>
          </a:prstGeom>
        </p:spPr>
      </p:pic>
      <p:pic>
        <p:nvPicPr>
          <p:cNvPr id="3" name="Picture 2" descr="logo_nds_blanc_h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01572" y="84956"/>
            <a:ext cx="3326233" cy="1390540"/>
          </a:xfrm>
          <a:prstGeom prst="rect">
            <a:avLst/>
          </a:prstGeom>
        </p:spPr>
      </p:pic>
      <p:sp>
        <p:nvSpPr>
          <p:cNvPr id="4" name="Rounded Rectangle 3"/>
          <p:cNvSpPr/>
          <p:nvPr/>
        </p:nvSpPr>
        <p:spPr>
          <a:xfrm>
            <a:off x="5612302" y="574576"/>
            <a:ext cx="1663200" cy="513216"/>
          </a:xfrm>
          <a:prstGeom prst="roundRect">
            <a:avLst>
              <a:gd name="adj" fmla="val 50000"/>
            </a:avLst>
          </a:prstGeom>
          <a:solidFill>
            <a:srgbClr val="FF7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tIns="0" bIns="0" rtlCol="0" anchor="ctr"/>
          <a:lstStyle/>
          <a:p>
            <a:pPr algn="ctr"/>
            <a:r>
              <a:rPr sz="2020" b="1">
                <a:solidFill>
                  <a:srgbClr val="FFFFFF"/>
                </a:solidFill>
                <a:latin typeface="Manrope"/>
              </a:rPr>
              <a:t>BRIGADE VERTE 3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980399" y="1738261"/>
            <a:ext cx="3477600" cy="684288"/>
          </a:xfrm>
          <a:prstGeom prst="roundRect">
            <a:avLst>
              <a:gd name="adj" fmla="val 50000"/>
            </a:avLst>
          </a:prstGeom>
          <a:solidFill>
            <a:srgbClr val="20E0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tIns="0" bIns="0" rtlCol="0" anchor="ctr"/>
          <a:lstStyle/>
          <a:p>
            <a:pPr algn="ctr"/>
            <a:r>
              <a:rPr sz="3367" b="1" dirty="0">
                <a:solidFill>
                  <a:srgbClr val="091020"/>
                </a:solidFill>
                <a:latin typeface="Anton"/>
              </a:rPr>
              <a:t>STATION JEU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02400" y="2677821"/>
            <a:ext cx="6955200" cy="588060"/>
          </a:xfrm>
          <a:prstGeom prst="rect">
            <a:avLst/>
          </a:prstGeom>
          <a:noFill/>
        </p:spPr>
        <p:txBody>
          <a:bodyPr wrap="square" tIns="0" bIns="0">
            <a:spAutoFit/>
          </a:bodyPr>
          <a:lstStyle/>
          <a:p>
            <a:pPr algn="ctr"/>
            <a:r>
              <a:rPr sz="2778" b="1" dirty="0">
                <a:solidFill>
                  <a:srgbClr val="F4B544"/>
                </a:solidFill>
                <a:latin typeface="Manrope"/>
              </a:rPr>
              <a:t>GAGNE TES PLACES DE CONCERT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17891" y="3342061"/>
            <a:ext cx="6955200" cy="588060"/>
          </a:xfrm>
          <a:prstGeom prst="rect">
            <a:avLst/>
          </a:prstGeom>
          <a:noFill/>
        </p:spPr>
        <p:txBody>
          <a:bodyPr wrap="square" tIns="0" bIns="0">
            <a:spAutoFit/>
          </a:bodyPr>
          <a:lstStyle/>
          <a:p>
            <a:pPr algn="ctr"/>
            <a:r>
              <a:rPr sz="2778" b="1">
                <a:solidFill>
                  <a:srgbClr val="FFFFFF"/>
                </a:solidFill>
                <a:latin typeface="Manrope"/>
              </a:rPr>
              <a:t>&amp; BONS D'ACHAT PARTENAIRES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494800" y="4223340"/>
            <a:ext cx="2570400" cy="2570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9" name="Picture 8" descr="ev-nds-caisse-1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74728" y="4403268"/>
            <a:ext cx="2210544" cy="2210544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302400" y="7110180"/>
            <a:ext cx="6955200" cy="588060"/>
          </a:xfrm>
          <a:prstGeom prst="rect">
            <a:avLst/>
          </a:prstGeom>
          <a:noFill/>
        </p:spPr>
        <p:txBody>
          <a:bodyPr wrap="square" tIns="0" bIns="0">
            <a:spAutoFit/>
          </a:bodyPr>
          <a:lstStyle/>
          <a:p>
            <a:pPr algn="ctr"/>
            <a:r>
              <a:rPr sz="4041" b="1">
                <a:solidFill>
                  <a:srgbClr val="F4B544"/>
                </a:solidFill>
                <a:latin typeface="Anton"/>
              </a:rPr>
              <a:t>FLASH &amp; JOUE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02400" y="7883999"/>
            <a:ext cx="6955200" cy="588060"/>
          </a:xfrm>
          <a:prstGeom prst="rect">
            <a:avLst/>
          </a:prstGeom>
          <a:noFill/>
        </p:spPr>
        <p:txBody>
          <a:bodyPr wrap="square" tIns="0" bIns="0">
            <a:spAutoFit/>
          </a:bodyPr>
          <a:lstStyle/>
          <a:p>
            <a:pPr algn="ctr"/>
            <a:r>
              <a:rPr sz="2020" b="1">
                <a:solidFill>
                  <a:srgbClr val="20E0C4"/>
                </a:solidFill>
                <a:latin typeface="Manrope"/>
              </a:rPr>
              <a:t>NOS PARTENAIRES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69091" y="8279595"/>
            <a:ext cx="6804000" cy="8019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3" name="Picture 12" descr="util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0779" y="8293786"/>
            <a:ext cx="1105360" cy="647096"/>
          </a:xfrm>
          <a:prstGeom prst="rect">
            <a:avLst/>
          </a:prstGeom>
        </p:spPr>
      </p:pic>
      <p:pic>
        <p:nvPicPr>
          <p:cNvPr id="14" name="Picture 13" descr="carrosserie-gp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14781" y="8232839"/>
            <a:ext cx="900681" cy="838835"/>
          </a:xfrm>
          <a:prstGeom prst="rect">
            <a:avLst/>
          </a:prstGeom>
        </p:spPr>
      </p:pic>
      <p:pic>
        <p:nvPicPr>
          <p:cNvPr id="15" name="Picture 14" descr="pegas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909957" y="8422623"/>
            <a:ext cx="1739759" cy="497178"/>
          </a:xfrm>
          <a:prstGeom prst="rect">
            <a:avLst/>
          </a:prstGeom>
        </p:spPr>
      </p:pic>
      <p:pic>
        <p:nvPicPr>
          <p:cNvPr id="16" name="Picture 15" descr="charvolin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941970" y="8422623"/>
            <a:ext cx="713111" cy="576424"/>
          </a:xfrm>
          <a:prstGeom prst="rect">
            <a:avLst/>
          </a:prstGeom>
        </p:spPr>
      </p:pic>
      <p:pic>
        <p:nvPicPr>
          <p:cNvPr id="17" name="Picture 16" descr="nook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855691" y="8312539"/>
            <a:ext cx="1222751" cy="660536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302400" y="9387576"/>
            <a:ext cx="6955200" cy="588060"/>
          </a:xfrm>
          <a:prstGeom prst="rect">
            <a:avLst/>
          </a:prstGeom>
          <a:noFill/>
        </p:spPr>
        <p:txBody>
          <a:bodyPr wrap="square" tIns="0" bIns="0">
            <a:spAutoFit/>
          </a:bodyPr>
          <a:lstStyle/>
          <a:p>
            <a:pPr algn="ctr"/>
            <a:r>
              <a:rPr sz="1262" b="1" dirty="0">
                <a:solidFill>
                  <a:srgbClr val="969EB6"/>
                </a:solidFill>
                <a:latin typeface="Manrope"/>
              </a:rPr>
              <a:t>JEU GRATUIT · SANS OBLIGATION D'ACHAT</a:t>
            </a:r>
          </a:p>
        </p:txBody>
      </p:sp>
      <p:pic>
        <p:nvPicPr>
          <p:cNvPr id="19" name="Picture 18" descr="flowin_logo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2906152" y="10007042"/>
            <a:ext cx="2159048" cy="326775"/>
          </a:xfrm>
          <a:prstGeom prst="rect">
            <a:avLst/>
          </a:prstGeom>
        </p:spPr>
      </p:pic>
      <p:sp>
        <p:nvSpPr>
          <p:cNvPr id="20" name="ZoneTexte 19">
            <a:extLst>
              <a:ext uri="{FF2B5EF4-FFF2-40B4-BE49-F238E27FC236}">
                <a16:creationId xmlns:a16="http://schemas.microsoft.com/office/drawing/2014/main" id="{700C7EF0-8211-934B-9AA5-C3AA044164DB}"/>
              </a:ext>
            </a:extLst>
          </p:cNvPr>
          <p:cNvSpPr txBox="1"/>
          <p:nvPr/>
        </p:nvSpPr>
        <p:spPr>
          <a:xfrm>
            <a:off x="-6963508" y="7737231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fr-FR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16</TotalTime>
  <Words>24</Words>
  <Application>Microsoft Macintosh PowerPoint</Application>
  <PresentationFormat>Personnalisé</PresentationFormat>
  <Paragraphs>7</Paragraphs>
  <Slides>1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4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</vt:i4>
      </vt:variant>
    </vt:vector>
  </HeadingPairs>
  <TitlesOfParts>
    <vt:vector size="6" baseType="lpstr">
      <vt:lpstr>Anton</vt:lpstr>
      <vt:lpstr>Arial</vt:lpstr>
      <vt:lpstr>Calibri</vt:lpstr>
      <vt:lpstr>Manrope</vt:lpstr>
      <vt:lpstr>Office Theme</vt:lpstr>
      <vt:lpstr>Présentation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Présentation PowerPoint</dc:title>
  <dc:subject/>
  <dc:creator/>
  <cp:keywords/>
  <dc:description>generated using python-pptx</dc:description>
  <cp:lastModifiedBy>romain collin</cp:lastModifiedBy>
  <cp:revision>2</cp:revision>
  <dcterms:created xsi:type="dcterms:W3CDTF">2013-01-27T09:14:16Z</dcterms:created>
  <dcterms:modified xsi:type="dcterms:W3CDTF">2026-07-06T15:30:47Z</dcterms:modified>
  <cp:category/>
</cp:coreProperties>
</file>