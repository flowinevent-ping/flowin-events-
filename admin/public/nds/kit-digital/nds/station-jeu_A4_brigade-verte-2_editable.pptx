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>
        <p:scale>
          <a:sx n="161" d="100"/>
          <a:sy n="161" d="100"/>
        </p:scale>
        <p:origin x="1040" y="-5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572" y="84956"/>
            <a:ext cx="3326233" cy="13905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961297" y="574576"/>
            <a:ext cx="3314205" cy="513216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2020" b="1">
                <a:solidFill>
                  <a:srgbClr val="FFFFFF"/>
                </a:solidFill>
                <a:latin typeface="Manrope"/>
              </a:rPr>
              <a:t>BRIGADE VERTE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0399" y="1738261"/>
            <a:ext cx="3477600" cy="68428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3367" b="1" dirty="0">
                <a:solidFill>
                  <a:srgbClr val="091020"/>
                </a:solidFill>
                <a:latin typeface="Anton"/>
              </a:rPr>
              <a:t>STATION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2677821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 dirty="0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891" y="3342061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800" y="4223340"/>
            <a:ext cx="2570400" cy="257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8" y="4403268"/>
            <a:ext cx="2210544" cy="2210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7110180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041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" y="7883999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02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91" y="8279595"/>
            <a:ext cx="6804000" cy="801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9" y="8293786"/>
            <a:ext cx="1105360" cy="647096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4781" y="8232839"/>
            <a:ext cx="900681" cy="838835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9957" y="8422623"/>
            <a:ext cx="1739759" cy="497178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1970" y="8422623"/>
            <a:ext cx="713111" cy="576424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691" y="8312539"/>
            <a:ext cx="1222751" cy="6605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400" y="9387576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62" b="1" dirty="0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6152" y="10007042"/>
            <a:ext cx="2159048" cy="326775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0C7EF0-8211-934B-9AA5-C3AA044164DB}"/>
              </a:ext>
            </a:extLst>
          </p:cNvPr>
          <p:cNvSpPr txBox="1"/>
          <p:nvPr/>
        </p:nvSpPr>
        <p:spPr>
          <a:xfrm>
            <a:off x="-6963508" y="77372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Anton</vt:lpstr>
      <vt:lpstr>Arial</vt:lpstr>
      <vt:lpstr>Calibri</vt:lpstr>
      <vt:lpstr>Manrope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romain collin</cp:lastModifiedBy>
  <cp:revision>2</cp:revision>
  <dcterms:created xsi:type="dcterms:W3CDTF">2013-01-27T09:14:16Z</dcterms:created>
  <dcterms:modified xsi:type="dcterms:W3CDTF">2026-07-06T15:30:47Z</dcterms:modified>
  <cp:category/>
</cp:coreProperties>
</file>