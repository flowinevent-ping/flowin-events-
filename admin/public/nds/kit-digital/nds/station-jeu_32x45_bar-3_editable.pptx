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BAR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94566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4836" y="12545060"/>
            <a:ext cx="10368445" cy="1215021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