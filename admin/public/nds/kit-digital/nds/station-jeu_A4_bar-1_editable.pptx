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72" y="84956"/>
            <a:ext cx="3326233" cy="13905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12302" y="574576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BAR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0399" y="1738261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367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67782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91" y="334206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88399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91" y="827959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9" y="8293786"/>
            <a:ext cx="1105360" cy="647096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781" y="8232839"/>
            <a:ext cx="900681" cy="838835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957" y="8422623"/>
            <a:ext cx="1739759" cy="497178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970" y="8422623"/>
            <a:ext cx="713111" cy="57642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691" y="8312539"/>
            <a:ext cx="1222751" cy="660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152" y="10007042"/>
            <a:ext cx="2159048" cy="3267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6963508" y="77372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