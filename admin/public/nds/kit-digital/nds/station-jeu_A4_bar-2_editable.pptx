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BAR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91" y="8279595"/>
            <a:ext cx="6804000" cy="8019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