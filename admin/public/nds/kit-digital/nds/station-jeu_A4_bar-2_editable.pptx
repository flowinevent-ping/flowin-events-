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BAR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136" y="8177309"/>
            <a:ext cx="1370646" cy="88005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6700" y="8081849"/>
            <a:ext cx="1116843" cy="114081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701186" y="8333131"/>
            <a:ext cx="2157301" cy="67616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856397" y="8318867"/>
            <a:ext cx="884257" cy="783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708961" y="8193643"/>
            <a:ext cx="1516211" cy="8983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