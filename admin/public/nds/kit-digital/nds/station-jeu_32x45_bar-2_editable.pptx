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520000" cy="1620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2"/>
  </p:normalViewPr>
  <p:slideViewPr>
    <p:cSldViewPr snapToGrid="0" snapToObjects="1">
      <p:cViewPr>
        <p:scale>
          <a:sx n="161" d="100"/>
          <a:sy n="161" d="100"/>
        </p:scale>
        <p:origin x="1040" y="-5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20495" cy="16200283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145" y="128723"/>
            <a:ext cx="5068763" cy="210691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552446" y="870584"/>
            <a:ext cx="2534508" cy="777613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3080" b="1">
                <a:solidFill>
                  <a:srgbClr val="FFFFFF"/>
                </a:solidFill>
                <a:latin typeface="Manrope"/>
              </a:rPr>
              <a:t>BAR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880" y="2633774"/>
            <a:ext cx="5299427" cy="103681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5130" b="1" dirty="0">
                <a:solidFill>
                  <a:srgbClr val="091020"/>
                </a:solidFill>
                <a:latin typeface="Anton"/>
              </a:rPr>
              <a:t>STATION 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819" y="4057375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230" b="1" dirty="0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426" y="5063817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230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1763" y="6399111"/>
            <a:ext cx="3916968" cy="389461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v-nds-cais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5951" y="6671734"/>
            <a:ext cx="3368592" cy="33493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819" y="10773188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6160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19" y="11583201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308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4836" y="12545060"/>
            <a:ext cx="10368445" cy="1215021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28" y="12566562"/>
            <a:ext cx="1684430" cy="980465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0549" y="12474216"/>
            <a:ext cx="1372525" cy="1270984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410" y="12761773"/>
            <a:ext cx="2651175" cy="753313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9319" y="12761773"/>
            <a:ext cx="1086692" cy="873384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9466" y="12594976"/>
            <a:ext cx="1863319" cy="10008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0819" y="14223848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920" b="1" dirty="0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8612" y="15162450"/>
            <a:ext cx="3290119" cy="495122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00C7EF0-8211-934B-9AA5-C3AA044164DB}"/>
              </a:ext>
            </a:extLst>
          </p:cNvPr>
          <p:cNvSpPr txBox="1"/>
          <p:nvPr/>
        </p:nvSpPr>
        <p:spPr>
          <a:xfrm>
            <a:off x="-10611515" y="11723282"/>
            <a:ext cx="281506" cy="5596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</Words>
  <Application>Microsoft Macintosh PowerPoint</Application>
  <PresentationFormat>Personnalisé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Anton</vt:lpstr>
      <vt:lpstr>Arial</vt:lpstr>
      <vt:lpstr>Calibri</vt:lpstr>
      <vt:lpstr>Manrope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romain collin</cp:lastModifiedBy>
  <cp:revision>2</cp:revision>
  <dcterms:created xsi:type="dcterms:W3CDTF">2013-01-27T09:14:16Z</dcterms:created>
  <dcterms:modified xsi:type="dcterms:W3CDTF">2026-07-06T15:30:47Z</dcterms:modified>
  <cp:category/>
</cp:coreProperties>
</file>