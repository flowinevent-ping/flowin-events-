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042519" y="870584"/>
            <a:ext cx="5044435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BRIGADE VERTE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