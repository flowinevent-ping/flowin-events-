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21384000" cy="30275999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image" Target="../media/image6.png"/><Relationship Id="rId8" Type="http://schemas.openxmlformats.org/officeDocument/2006/relationships/image" Target="../media/image7.png"/><Relationship Id="rId9" Type="http://schemas.openxmlformats.org/officeDocument/2006/relationships/image" Target="../media/image8.png"/><Relationship Id="rId10" Type="http://schemas.openxmlformats.org/officeDocument/2006/relationships/image" Target="../media/image9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_onl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21384000" cy="30275999"/>
          </a:xfrm>
          <a:prstGeom prst="rect">
            <a:avLst/>
          </a:prstGeom>
        </p:spPr>
      </p:pic>
      <p:pic>
        <p:nvPicPr>
          <p:cNvPr id="3" name="Picture 2" descr="logo_nds_blanc_h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84400" y="1059660"/>
            <a:ext cx="6415200" cy="2681889"/>
          </a:xfrm>
          <a:prstGeom prst="rect">
            <a:avLst/>
          </a:prstGeom>
        </p:spPr>
      </p:pic>
      <p:sp>
        <p:nvSpPr>
          <p:cNvPr id="4" name="Rounded Rectangle 3"/>
          <p:cNvSpPr/>
          <p:nvPr/>
        </p:nvSpPr>
        <p:spPr>
          <a:xfrm>
            <a:off x="15610319" y="1362419"/>
            <a:ext cx="4704480" cy="1453247"/>
          </a:xfrm>
          <a:prstGeom prst="roundRect">
            <a:avLst>
              <a:gd name="adj" fmla="val 50000"/>
            </a:avLst>
          </a:prstGeom>
          <a:solidFill>
            <a:srgbClr val="FF7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0" bIns="0"/>
          <a:lstStyle/>
          <a:p>
            <a:pPr algn="ctr"/>
            <a:r>
              <a:rPr sz="5721" b="1">
                <a:solidFill>
                  <a:srgbClr val="FFFFFF"/>
                </a:solidFill>
                <a:latin typeface="Manrope"/>
              </a:rPr>
              <a:t>BAR 1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773679" y="4541399"/>
            <a:ext cx="9836640" cy="1937663"/>
          </a:xfrm>
          <a:prstGeom prst="roundRect">
            <a:avLst>
              <a:gd name="adj" fmla="val 50000"/>
            </a:avLst>
          </a:prstGeom>
          <a:solidFill>
            <a:srgbClr val="20E0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0" bIns="0"/>
          <a:lstStyle/>
          <a:p>
            <a:pPr algn="ctr"/>
            <a:r>
              <a:rPr sz="9535" b="1">
                <a:solidFill>
                  <a:srgbClr val="091020"/>
                </a:solidFill>
                <a:latin typeface="Anton"/>
              </a:rPr>
              <a:t>STATION JEUX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55360" y="6842376"/>
            <a:ext cx="19673280" cy="1665180"/>
          </a:xfrm>
          <a:prstGeom prst="rect">
            <a:avLst/>
          </a:prstGeom>
          <a:noFill/>
        </p:spPr>
        <p:txBody>
          <a:bodyPr wrap="square" tIns="0" bIns="0">
            <a:spAutoFit/>
          </a:bodyPr>
          <a:lstStyle/>
          <a:p>
            <a:pPr algn="ctr"/>
            <a:r>
              <a:rPr sz="7867" b="1">
                <a:solidFill>
                  <a:srgbClr val="F4B544"/>
                </a:solidFill>
                <a:latin typeface="Manrope"/>
              </a:rPr>
              <a:t>GAGNE TES PLACES DE CONCERT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5360" y="8447004"/>
            <a:ext cx="19673280" cy="1665180"/>
          </a:xfrm>
          <a:prstGeom prst="rect">
            <a:avLst/>
          </a:prstGeom>
          <a:noFill/>
        </p:spPr>
        <p:txBody>
          <a:bodyPr wrap="square" tIns="0" bIns="0">
            <a:spAutoFit/>
          </a:bodyPr>
          <a:lstStyle/>
          <a:p>
            <a:pPr algn="ctr"/>
            <a:r>
              <a:rPr sz="7867" b="1">
                <a:solidFill>
                  <a:srgbClr val="FFFFFF"/>
                </a:solidFill>
                <a:latin typeface="Manrope"/>
              </a:rPr>
              <a:t>&amp; BONS D'ACHAT PARTENAIRES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056719" y="11959019"/>
            <a:ext cx="7270560" cy="72705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ev-nds-bar-1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65659" y="12467959"/>
            <a:ext cx="6252681" cy="6252681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855360" y="20133540"/>
            <a:ext cx="19673280" cy="1665180"/>
          </a:xfrm>
          <a:prstGeom prst="rect">
            <a:avLst/>
          </a:prstGeom>
          <a:noFill/>
        </p:spPr>
        <p:txBody>
          <a:bodyPr wrap="square" tIns="0" bIns="0">
            <a:spAutoFit/>
          </a:bodyPr>
          <a:lstStyle/>
          <a:p>
            <a:pPr algn="ctr"/>
            <a:r>
              <a:rPr sz="11442" b="1">
                <a:solidFill>
                  <a:srgbClr val="F4B544"/>
                </a:solidFill>
                <a:latin typeface="Anton"/>
              </a:rPr>
              <a:t>FLASH &amp; JOUE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55360" y="21647340"/>
            <a:ext cx="19673280" cy="1665180"/>
          </a:xfrm>
          <a:prstGeom prst="rect">
            <a:avLst/>
          </a:prstGeom>
          <a:noFill/>
        </p:spPr>
        <p:txBody>
          <a:bodyPr wrap="square" tIns="0" bIns="0">
            <a:spAutoFit/>
          </a:bodyPr>
          <a:lstStyle/>
          <a:p>
            <a:pPr algn="ctr"/>
            <a:r>
              <a:rPr sz="5721" b="1">
                <a:solidFill>
                  <a:srgbClr val="20E0C4"/>
                </a:solidFill>
                <a:latin typeface="Manrope"/>
              </a:rPr>
              <a:t>NOS PARTENAIRES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069200" y="22646448"/>
            <a:ext cx="19245600" cy="2270699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util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791339" y="23077880"/>
            <a:ext cx="2404840" cy="1407833"/>
          </a:xfrm>
          <a:prstGeom prst="rect">
            <a:avLst/>
          </a:prstGeom>
        </p:spPr>
      </p:pic>
      <p:pic>
        <p:nvPicPr>
          <p:cNvPr id="14" name="Picture 13" descr="carrosserie-gp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087063" y="23077880"/>
            <a:ext cx="1511632" cy="1407833"/>
          </a:xfrm>
          <a:prstGeom prst="rect">
            <a:avLst/>
          </a:prstGeom>
        </p:spPr>
      </p:pic>
      <p:pic>
        <p:nvPicPr>
          <p:cNvPr id="15" name="Picture 14" descr="pegas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152352" y="23341805"/>
            <a:ext cx="3079296" cy="879985"/>
          </a:xfrm>
          <a:prstGeom prst="rect">
            <a:avLst/>
          </a:prstGeom>
        </p:spPr>
      </p:pic>
      <p:pic>
        <p:nvPicPr>
          <p:cNvPr id="16" name="Picture 15" descr="charvolin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3680776" y="23077880"/>
            <a:ext cx="1720685" cy="1407833"/>
          </a:xfrm>
          <a:prstGeom prst="rect">
            <a:avLst/>
          </a:prstGeom>
        </p:spPr>
      </p:pic>
      <p:pic>
        <p:nvPicPr>
          <p:cNvPr id="17" name="Picture 16" descr="nook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7087183" y="23077880"/>
            <a:ext cx="2606112" cy="1407833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855360" y="26582328"/>
            <a:ext cx="19673280" cy="1665180"/>
          </a:xfrm>
          <a:prstGeom prst="rect">
            <a:avLst/>
          </a:prstGeom>
          <a:noFill/>
        </p:spPr>
        <p:txBody>
          <a:bodyPr wrap="square" tIns="0" bIns="0">
            <a:spAutoFit/>
          </a:bodyPr>
          <a:lstStyle/>
          <a:p>
            <a:pPr algn="ctr"/>
            <a:r>
              <a:rPr sz="3575" b="1">
                <a:solidFill>
                  <a:srgbClr val="969EB6"/>
                </a:solidFill>
                <a:latin typeface="Manrope"/>
              </a:rPr>
              <a:t>JEU GRATUIT · SANS OBLIGATION D'ACHAT</a:t>
            </a:r>
          </a:p>
        </p:txBody>
      </p:sp>
      <p:pic>
        <p:nvPicPr>
          <p:cNvPr id="19" name="Picture 18" descr="flowin_logo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125920" y="28156679"/>
            <a:ext cx="5132159" cy="776759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