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000" y="374220"/>
            <a:ext cx="2268000" cy="94814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518800" y="481140"/>
            <a:ext cx="1663200" cy="513216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020" b="1">
                <a:solidFill>
                  <a:srgbClr val="FFFFFF"/>
                </a:solidFill>
                <a:latin typeface="Manrope"/>
              </a:rPr>
              <a:t>CAISSE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41200" y="1603800"/>
            <a:ext cx="3477600" cy="68428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367" b="1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400" y="2416392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2400" y="2983068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800" y="4223340"/>
            <a:ext cx="2570400" cy="257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-nds-cais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728" y="4403268"/>
            <a:ext cx="2210544" cy="2210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2400" y="7110180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041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400" y="7644779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02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8000" y="7997615"/>
            <a:ext cx="6804000" cy="801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63" y="8149976"/>
            <a:ext cx="849272" cy="497178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2282" y="8149976"/>
            <a:ext cx="533834" cy="497178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5680" y="8243013"/>
            <a:ext cx="1088640" cy="311105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6969" y="8149976"/>
            <a:ext cx="607662" cy="497178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1424" y="8149976"/>
            <a:ext cx="920351" cy="49717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2400" y="9387576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262" b="1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2800" y="9943560"/>
            <a:ext cx="1814400" cy="2746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