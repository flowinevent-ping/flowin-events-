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75999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00" y="1059660"/>
            <a:ext cx="6415200" cy="26818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5610319" y="1362419"/>
            <a:ext cx="4704480" cy="1453247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5721" b="1">
                <a:solidFill>
                  <a:srgbClr val="FFFFFF"/>
                </a:solidFill>
                <a:latin typeface="Manrope"/>
              </a:rPr>
              <a:t>BRIGADE VERTE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73679" y="4541399"/>
            <a:ext cx="9836640" cy="1937663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35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360" y="6842376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60" y="8447004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6719" y="11959019"/>
            <a:ext cx="7270560" cy="727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tablett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659" y="12467959"/>
            <a:ext cx="6252681" cy="625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360" y="201335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442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360" y="216473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5721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200" y="22646448"/>
            <a:ext cx="19245600" cy="22706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339" y="23077880"/>
            <a:ext cx="2404840" cy="1407833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063" y="23077880"/>
            <a:ext cx="1511632" cy="1407833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52" y="23341805"/>
            <a:ext cx="3079296" cy="87998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0776" y="23077880"/>
            <a:ext cx="1720685" cy="1407833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87183" y="23077880"/>
            <a:ext cx="2606112" cy="1407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360" y="26582328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575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5920" y="28156679"/>
            <a:ext cx="5132159" cy="776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