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000" y="374220"/>
            <a:ext cx="2268000" cy="9481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18800" y="481140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BAR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41200" y="1603800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367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416392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400" y="2983068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bar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64477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000" y="799761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63" y="8149976"/>
            <a:ext cx="849272" cy="497178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282" y="8149976"/>
            <a:ext cx="533834" cy="497178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80" y="8243013"/>
            <a:ext cx="1088640" cy="31110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969" y="8149976"/>
            <a:ext cx="607662" cy="497178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1424" y="8149976"/>
            <a:ext cx="920351" cy="4971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2800" y="9943560"/>
            <a:ext cx="1814400" cy="2746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