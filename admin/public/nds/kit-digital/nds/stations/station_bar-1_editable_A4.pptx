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0" cy="10692000"/>
          </a:xfrm>
          <a:prstGeom prst="rect">
            <a:avLst/>
          </a:prstGeom>
        </p:spPr>
      </p:pic>
      <p:pic>
        <p:nvPicPr>
          <p:cNvPr id="3" name="Picture 2" descr="logo_nds_blanc_h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6000" y="374220"/>
            <a:ext cx="2268000" cy="948143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518800" y="481140"/>
            <a:ext cx="1663200" cy="513216"/>
          </a:xfrm>
          <a:prstGeom prst="roundRect">
            <a:avLst>
              <a:gd name="adj" fmla="val 50000"/>
            </a:avLst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2020" b="1">
                <a:solidFill>
                  <a:srgbClr val="FFFFFF"/>
                </a:solidFill>
                <a:latin typeface="Manrope"/>
              </a:rPr>
              <a:t>BAR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41200" y="1603800"/>
            <a:ext cx="3477600" cy="684288"/>
          </a:xfrm>
          <a:prstGeom prst="roundRect">
            <a:avLst>
              <a:gd name="adj" fmla="val 50000"/>
            </a:avLst>
          </a:prstGeom>
          <a:solidFill>
            <a:srgbClr val="20E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3367" b="1">
                <a:solidFill>
                  <a:srgbClr val="091020"/>
                </a:solidFill>
                <a:latin typeface="Anton"/>
              </a:rPr>
              <a:t>STATION JEUX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2400" y="2416392"/>
            <a:ext cx="6955200" cy="5880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2778" b="1">
                <a:solidFill>
                  <a:srgbClr val="F4B544"/>
                </a:solidFill>
                <a:latin typeface="Manrope"/>
              </a:rPr>
              <a:t>GAGNE TES PLACES DE CONCERT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2400" y="2983068"/>
            <a:ext cx="6955200" cy="5880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2778" b="1">
                <a:solidFill>
                  <a:srgbClr val="FFFFFF"/>
                </a:solidFill>
                <a:latin typeface="Manrope"/>
              </a:rPr>
              <a:t>&amp; BONS D'ACHAT PARTENAIRES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94800" y="4223340"/>
            <a:ext cx="2570400" cy="257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ev-nds-bar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4728" y="4403268"/>
            <a:ext cx="2210544" cy="22105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02400" y="7110180"/>
            <a:ext cx="6955200" cy="5880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4041" b="1">
                <a:solidFill>
                  <a:srgbClr val="F4B544"/>
                </a:solidFill>
                <a:latin typeface="Anton"/>
              </a:rPr>
              <a:t>FLASH &amp; JOUE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2400" y="7644779"/>
            <a:ext cx="6955200" cy="5880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2020" b="1">
                <a:solidFill>
                  <a:srgbClr val="20E0C4"/>
                </a:solidFill>
                <a:latin typeface="Manrope"/>
              </a:rPr>
              <a:t>NOS PARTENAIRES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8000" y="7997615"/>
            <a:ext cx="6804000" cy="8019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uti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763" y="8149976"/>
            <a:ext cx="849272" cy="497178"/>
          </a:xfrm>
          <a:prstGeom prst="rect">
            <a:avLst/>
          </a:prstGeom>
        </p:spPr>
      </p:pic>
      <p:pic>
        <p:nvPicPr>
          <p:cNvPr id="14" name="Picture 13" descr="carrosserie-g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52282" y="8149976"/>
            <a:ext cx="533834" cy="497178"/>
          </a:xfrm>
          <a:prstGeom prst="rect">
            <a:avLst/>
          </a:prstGeom>
        </p:spPr>
      </p:pic>
      <p:pic>
        <p:nvPicPr>
          <p:cNvPr id="15" name="Picture 14" descr="pega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35680" y="8243013"/>
            <a:ext cx="1088640" cy="311105"/>
          </a:xfrm>
          <a:prstGeom prst="rect">
            <a:avLst/>
          </a:prstGeom>
        </p:spPr>
      </p:pic>
      <p:pic>
        <p:nvPicPr>
          <p:cNvPr id="16" name="Picture 15" descr="charvoli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36969" y="8149976"/>
            <a:ext cx="607662" cy="497178"/>
          </a:xfrm>
          <a:prstGeom prst="rect">
            <a:avLst/>
          </a:prstGeom>
        </p:spPr>
      </p:pic>
      <p:pic>
        <p:nvPicPr>
          <p:cNvPr id="17" name="Picture 16" descr="noo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41424" y="8149976"/>
            <a:ext cx="920351" cy="49717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02400" y="9387576"/>
            <a:ext cx="6955200" cy="5880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1262" b="1">
                <a:solidFill>
                  <a:srgbClr val="969EB6"/>
                </a:solidFill>
                <a:latin typeface="Manrope"/>
              </a:rPr>
              <a:t>JEU GRATUIT · SANS OBLIGATION D'ACHAT</a:t>
            </a:r>
          </a:p>
        </p:txBody>
      </p:sp>
      <p:pic>
        <p:nvPicPr>
          <p:cNvPr id="19" name="Picture 18" descr="flowin_logo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72800" y="9943560"/>
            <a:ext cx="1814400" cy="27461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