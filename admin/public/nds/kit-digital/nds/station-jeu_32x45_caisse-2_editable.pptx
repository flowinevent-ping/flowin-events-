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1520000" cy="16200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520495" cy="16200283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0145" y="128723"/>
            <a:ext cx="5068763" cy="210691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552446" y="870584"/>
            <a:ext cx="2534508" cy="777613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080" b="1">
                <a:solidFill>
                  <a:srgbClr val="FFFFFF"/>
                </a:solidFill>
                <a:latin typeface="Manrope"/>
              </a:rPr>
              <a:t>CAISSE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880" y="2633774"/>
            <a:ext cx="5299427" cy="103681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5130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19" y="4057375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426" y="5063817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230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01763" y="6399111"/>
            <a:ext cx="3916968" cy="389461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5951" y="6671734"/>
            <a:ext cx="3368592" cy="33493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0819" y="1077318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6160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19" y="11945661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308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9097" y="12390078"/>
            <a:ext cx="2088693" cy="133343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28" y="12566562"/>
            <a:ext cx="1684430" cy="98046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305847" y="12245439"/>
            <a:ext cx="1701929" cy="1728537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0549" y="12474216"/>
            <a:ext cx="1372525" cy="1270984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4116269" y="12626176"/>
            <a:ext cx="3287457" cy="102450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4410" y="12761773"/>
            <a:ext cx="2651175" cy="753313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2828917" y="12604564"/>
            <a:ext cx="1347497" cy="118780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9319" y="12761773"/>
            <a:ext cx="1086692" cy="87338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7175868" y="12414827"/>
            <a:ext cx="2310516" cy="136112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99466" y="12594976"/>
            <a:ext cx="1863319" cy="100082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0819" y="14223848"/>
            <a:ext cx="10598855" cy="891015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920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8612" y="15162450"/>
            <a:ext cx="3290119" cy="4951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10611515" y="11723282"/>
            <a:ext cx="281506" cy="5596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