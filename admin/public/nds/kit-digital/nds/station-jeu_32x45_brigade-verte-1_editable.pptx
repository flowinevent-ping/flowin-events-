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1520000" cy="1620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92"/>
  </p:normalViewPr>
  <p:slideViewPr>
    <p:cSldViewPr snapToGrid="0" snapToObjects="1">
      <p:cViewPr>
        <p:scale>
          <a:sx n="161" d="100"/>
          <a:sy n="161" d="100"/>
        </p:scale>
        <p:origin x="1040" y="-56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g_onl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1520495" cy="16200283"/>
          </a:xfrm>
          <a:prstGeom prst="rect">
            <a:avLst/>
          </a:prstGeom>
        </p:spPr>
      </p:pic>
      <p:pic>
        <p:nvPicPr>
          <p:cNvPr id="3" name="Picture 2" descr="logo_nds_blanc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0145" y="128723"/>
            <a:ext cx="5068763" cy="210691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126493" y="870584"/>
            <a:ext cx="4960461" cy="777613"/>
          </a:xfrm>
          <a:prstGeom prst="roundRect">
            <a:avLst>
              <a:gd name="adj" fmla="val 50000"/>
            </a:avLst>
          </a:prstGeom>
          <a:solidFill>
            <a:srgbClr val="FF7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3080" b="1">
                <a:solidFill>
                  <a:srgbClr val="FFFFFF"/>
                </a:solidFill>
                <a:latin typeface="Manrope"/>
              </a:rPr>
              <a:t>BRIGADE VERTE 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17880" y="2633774"/>
            <a:ext cx="5299427" cy="1036818"/>
          </a:xfrm>
          <a:prstGeom prst="roundRect">
            <a:avLst>
              <a:gd name="adj" fmla="val 50000"/>
            </a:avLst>
          </a:prstGeom>
          <a:solidFill>
            <a:srgbClr val="20E0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tIns="0" bIns="0" rtlCol="0" anchor="ctr"/>
          <a:lstStyle/>
          <a:p>
            <a:pPr algn="ctr"/>
            <a:r>
              <a:rPr sz="5130" b="1" dirty="0">
                <a:solidFill>
                  <a:srgbClr val="091020"/>
                </a:solidFill>
                <a:latin typeface="Anton"/>
              </a:rPr>
              <a:t>STATION JEU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819" y="4057375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 dirty="0">
                <a:solidFill>
                  <a:srgbClr val="F4B544"/>
                </a:solidFill>
                <a:latin typeface="Manrope"/>
              </a:rPr>
              <a:t>GAGNE TES PLACES DE CONCERT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84426" y="5063817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4230" b="1">
                <a:solidFill>
                  <a:srgbClr val="FFFFFF"/>
                </a:solidFill>
                <a:latin typeface="Manrope"/>
              </a:rPr>
              <a:t>&amp; BONS D'ACHAT PARTENAIRES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01763" y="6399111"/>
            <a:ext cx="3916968" cy="389461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ev-nds-caisse-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5951" y="6671734"/>
            <a:ext cx="3368592" cy="33493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0819" y="1077318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6160" b="1">
                <a:solidFill>
                  <a:srgbClr val="F4B544"/>
                </a:solidFill>
                <a:latin typeface="Anton"/>
              </a:rPr>
              <a:t>FLASH &amp; JOUE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19" y="11945661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3080" b="1">
                <a:solidFill>
                  <a:srgbClr val="20E0C4"/>
                </a:solidFill>
                <a:latin typeface="Manrope"/>
              </a:rPr>
              <a:t>NOS PARTENAIRES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4836" y="12545060"/>
            <a:ext cx="10368445" cy="1215021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ut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228" y="12566562"/>
            <a:ext cx="1684430" cy="980465"/>
          </a:xfrm>
          <a:prstGeom prst="rect">
            <a:avLst/>
          </a:prstGeom>
        </p:spPr>
      </p:pic>
      <p:pic>
        <p:nvPicPr>
          <p:cNvPr id="14" name="Picture 13" descr="carrosserie-gp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0549" y="12474216"/>
            <a:ext cx="1372525" cy="1270984"/>
          </a:xfrm>
          <a:prstGeom prst="rect">
            <a:avLst/>
          </a:prstGeom>
        </p:spPr>
      </p:pic>
      <p:pic>
        <p:nvPicPr>
          <p:cNvPr id="15" name="Picture 14" descr="peg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4410" y="12761773"/>
            <a:ext cx="2651175" cy="753313"/>
          </a:xfrm>
          <a:prstGeom prst="rect">
            <a:avLst/>
          </a:prstGeom>
        </p:spPr>
      </p:pic>
      <p:pic>
        <p:nvPicPr>
          <p:cNvPr id="16" name="Picture 15" descr="charvoli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959319" y="12761773"/>
            <a:ext cx="1086692" cy="873384"/>
          </a:xfrm>
          <a:prstGeom prst="rect">
            <a:avLst/>
          </a:prstGeom>
        </p:spPr>
      </p:pic>
      <p:pic>
        <p:nvPicPr>
          <p:cNvPr id="17" name="Picture 16" descr="noo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99466" y="12594976"/>
            <a:ext cx="1863319" cy="100082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460819" y="14223848"/>
            <a:ext cx="10598855" cy="891015"/>
          </a:xfrm>
          <a:prstGeom prst="rect">
            <a:avLst/>
          </a:prstGeom>
          <a:noFill/>
        </p:spPr>
        <p:txBody>
          <a:bodyPr wrap="square" tIns="0" bIns="0">
            <a:spAutoFit/>
          </a:bodyPr>
          <a:lstStyle/>
          <a:p>
            <a:pPr algn="ctr"/>
            <a:r>
              <a:rPr sz="1920" b="1" dirty="0">
                <a:solidFill>
                  <a:srgbClr val="969EB6"/>
                </a:solidFill>
                <a:latin typeface="Manrope"/>
              </a:rPr>
              <a:t>JEU GRATUIT · SANS OBLIGATION D'ACHAT</a:t>
            </a:r>
          </a:p>
        </p:txBody>
      </p:sp>
      <p:pic>
        <p:nvPicPr>
          <p:cNvPr id="19" name="Picture 18" descr="flowin_logo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28612" y="15162450"/>
            <a:ext cx="3290119" cy="495122"/>
          </a:xfrm>
          <a:prstGeom prst="rect">
            <a:avLst/>
          </a:prstGeom>
        </p:spPr>
      </p:pic>
      <p:sp>
        <p:nvSpPr>
          <p:cNvPr id="20" name="ZoneTexte 19">
            <a:extLst>
              <a:ext uri="{FF2B5EF4-FFF2-40B4-BE49-F238E27FC236}">
                <a16:creationId xmlns:a16="http://schemas.microsoft.com/office/drawing/2014/main" id="{700C7EF0-8211-934B-9AA5-C3AA044164DB}"/>
              </a:ext>
            </a:extLst>
          </p:cNvPr>
          <p:cNvSpPr txBox="1"/>
          <p:nvPr/>
        </p:nvSpPr>
        <p:spPr>
          <a:xfrm>
            <a:off x="-10611515" y="11723282"/>
            <a:ext cx="281506" cy="5596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24</Words>
  <Application>Microsoft Macintosh PowerPoint</Application>
  <PresentationFormat>Personnalisé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6" baseType="lpstr">
      <vt:lpstr>Anton</vt:lpstr>
      <vt:lpstr>Arial</vt:lpstr>
      <vt:lpstr>Calibri</vt:lpstr>
      <vt:lpstr>Manrope</vt:lpstr>
      <vt:lpstr>Office Theme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romain collin</cp:lastModifiedBy>
  <cp:revision>2</cp:revision>
  <dcterms:created xsi:type="dcterms:W3CDTF">2013-01-27T09:14:16Z</dcterms:created>
  <dcterms:modified xsi:type="dcterms:W3CDTF">2026-07-06T15:30:47Z</dcterms:modified>
  <cp:category/>
</cp:coreProperties>
</file>