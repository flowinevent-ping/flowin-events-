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520000" cy="1620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20495" cy="16200283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45" y="128723"/>
            <a:ext cx="5068763" cy="21069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36521" y="870584"/>
            <a:ext cx="5050433" cy="777613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080" b="1">
                <a:solidFill>
                  <a:srgbClr val="FFFFFF"/>
                </a:solidFill>
                <a:latin typeface="Manrope"/>
              </a:rPr>
              <a:t>BRIGADE VERTE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880" y="2633774"/>
            <a:ext cx="5299427" cy="103681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5130" b="1" dirty="0">
                <a:solidFill>
                  <a:srgbClr val="091020"/>
                </a:solidFill>
                <a:latin typeface="Anton"/>
              </a:rPr>
              <a:t>STATION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819" y="4057375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426" y="5063817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1763" y="6399111"/>
            <a:ext cx="3916968" cy="38946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951" y="6671734"/>
            <a:ext cx="3368592" cy="33493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819" y="1077318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6160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19" y="11945661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08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836" y="12545060"/>
            <a:ext cx="10368445" cy="121502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28" y="12566562"/>
            <a:ext cx="1684430" cy="980465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0549" y="12474216"/>
            <a:ext cx="1372525" cy="1270984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410" y="12761773"/>
            <a:ext cx="2651175" cy="753313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319" y="12761773"/>
            <a:ext cx="1086692" cy="87338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9466" y="12594976"/>
            <a:ext cx="1863319" cy="10008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19" y="1422384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920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8612" y="15162450"/>
            <a:ext cx="3290119" cy="495122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10611515" y="11723282"/>
            <a:ext cx="281506" cy="5596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