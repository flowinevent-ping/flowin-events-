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572" y="84956"/>
            <a:ext cx="3326233" cy="13905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12302" y="574576"/>
            <a:ext cx="1663200" cy="513216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2020" b="1">
                <a:solidFill>
                  <a:srgbClr val="FFFFFF"/>
                </a:solidFill>
                <a:latin typeface="Manrope"/>
              </a:rPr>
              <a:t>CAISSE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0399" y="1738261"/>
            <a:ext cx="3477600" cy="68428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367" b="1" dirty="0">
                <a:solidFill>
                  <a:srgbClr val="091020"/>
                </a:solidFill>
                <a:latin typeface="Anton"/>
              </a:rPr>
              <a:t>STATION JEUX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2400" y="267782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891" y="3342061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778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800" y="4223340"/>
            <a:ext cx="2570400" cy="257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728" y="4403268"/>
            <a:ext cx="2210544" cy="22105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2400" y="7110180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041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400" y="7883999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202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9091" y="8279595"/>
            <a:ext cx="6804000" cy="801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779" y="8293786"/>
            <a:ext cx="1105360" cy="647096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781" y="8232839"/>
            <a:ext cx="900681" cy="838835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9957" y="8422623"/>
            <a:ext cx="1739759" cy="497178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1970" y="8422623"/>
            <a:ext cx="713111" cy="57642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691" y="8312539"/>
            <a:ext cx="1222751" cy="6605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2400" y="9387576"/>
            <a:ext cx="6955200" cy="5880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262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6152" y="10007042"/>
            <a:ext cx="2159048" cy="326775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6963508" y="773723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