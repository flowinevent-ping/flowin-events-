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519997" y="574576"/>
            <a:ext cx="1755505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CAISSE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