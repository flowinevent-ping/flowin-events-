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411480"/>
            <a:ext cx="3566160" cy="1490472"/>
          </a:xfrm>
          <a:prstGeom prst="rect">
            <a:avLst/>
          </a:prstGeom>
        </p:spPr>
      </p:pic>
      <p:pic>
        <p:nvPicPr>
          <p:cNvPr id="3" name="Image 1" descr="/home/claude/deck/assets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155680"/>
            <a:ext cx="4572000" cy="457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378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2400" dirty="0"/>
          </a:p>
        </p:txBody>
      </p:sp>
      <p:pic>
        <p:nvPicPr>
          <p:cNvPr id="5" name="Image 2" descr="/home/claude/deck/assets/flowi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002000"/>
            <a:ext cx="5532120" cy="113385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108960" y="2331720"/>
            <a:ext cx="4069080" cy="603504"/>
          </a:xfrm>
          <a:prstGeom prst="roundRect">
            <a:avLst>
              <a:gd name="adj" fmla="val 50000"/>
            </a:avLst>
          </a:prstGeom>
          <a:ln w="19050">
            <a:solidFill>
              <a:srgbClr val="F4B5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GRAND JEU OFFICIEL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0" y="3246120"/>
            <a:ext cx="10287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</a:t>
            </a:r>
            <a:pPr algn="ctr" indent="0" marL="0">
              <a:buNone/>
            </a:pPr>
            <a:r>
              <a:rPr lang="en-US" sz="10000" b="1" dirty="0">
                <a:solidFill>
                  <a:srgbClr val="E6187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0" dirty="0"/>
          </a:p>
        </p:txBody>
      </p:sp>
      <p:sp>
        <p:nvSpPr>
          <p:cNvPr id="8" name="Text 3"/>
          <p:cNvSpPr/>
          <p:nvPr/>
        </p:nvSpPr>
        <p:spPr>
          <a:xfrm>
            <a:off x="0" y="4983480"/>
            <a:ext cx="10287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Joue</a:t>
            </a:r>
            <a:pPr algn="ctr" indent="0" marL="0">
              <a:buNone/>
            </a:pPr>
            <a:r>
              <a:rPr lang="en-US" sz="10000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0" dirty="0"/>
          </a:p>
        </p:txBody>
      </p:sp>
      <p:sp>
        <p:nvSpPr>
          <p:cNvPr id="9" name="Text 4"/>
          <p:cNvSpPr/>
          <p:nvPr/>
        </p:nvSpPr>
        <p:spPr>
          <a:xfrm>
            <a:off x="0" y="6720840"/>
            <a:ext cx="10287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</a:t>
            </a:r>
            <a:pPr algn="ctr" indent="0" marL="0">
              <a:buNone/>
            </a:pPr>
            <a:r>
              <a:rPr lang="en-US" sz="10000" b="1" dirty="0">
                <a:solidFill>
                  <a:srgbClr val="27D3A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411480"/>
            <a:ext cx="3566160" cy="1490472"/>
          </a:xfrm>
          <a:prstGeom prst="rect">
            <a:avLst/>
          </a:prstGeom>
        </p:spPr>
      </p:pic>
      <p:pic>
        <p:nvPicPr>
          <p:cNvPr id="3" name="Image 1" descr="/home/claude/deck/assets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155680"/>
            <a:ext cx="4572000" cy="457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378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2400" dirty="0"/>
          </a:p>
        </p:txBody>
      </p:sp>
      <p:pic>
        <p:nvPicPr>
          <p:cNvPr id="5" name="Image 2" descr="/home/claude/deck/assets/flowi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002000"/>
            <a:ext cx="5532120" cy="113385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2286000"/>
            <a:ext cx="10287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À GAGNER</a:t>
            </a:r>
            <a:endParaRPr lang="en-US" sz="4000" dirty="0"/>
          </a:p>
        </p:txBody>
      </p:sp>
      <p:sp>
        <p:nvSpPr>
          <p:cNvPr id="7" name="Shape 2"/>
          <p:cNvSpPr/>
          <p:nvPr/>
        </p:nvSpPr>
        <p:spPr>
          <a:xfrm>
            <a:off x="777240" y="3749040"/>
            <a:ext cx="8732520" cy="1920240"/>
          </a:xfrm>
          <a:prstGeom prst="roundRect">
            <a:avLst>
              <a:gd name="adj" fmla="val 8571"/>
            </a:avLst>
          </a:prstGeom>
          <a:solidFill>
            <a:srgbClr val="101A30"/>
          </a:solidFill>
          <a:ln/>
        </p:spPr>
      </p:sp>
      <p:pic>
        <p:nvPicPr>
          <p:cNvPr id="8" name="Image 3" descr="/home/claude/deck/assets/ic_mus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297680"/>
            <a:ext cx="822960" cy="8229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40280" y="39776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 places de concert</a:t>
            </a:r>
            <a:endParaRPr lang="en-US" sz="3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9FB0D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à gagner chaque soir du festival</a:t>
            </a:r>
            <a:endParaRPr lang="en-US" sz="3000" dirty="0"/>
          </a:p>
        </p:txBody>
      </p:sp>
      <p:sp>
        <p:nvSpPr>
          <p:cNvPr id="10" name="Shape 4"/>
          <p:cNvSpPr/>
          <p:nvPr/>
        </p:nvSpPr>
        <p:spPr>
          <a:xfrm>
            <a:off x="777240" y="6035040"/>
            <a:ext cx="8732520" cy="1920240"/>
          </a:xfrm>
          <a:prstGeom prst="roundRect">
            <a:avLst>
              <a:gd name="adj" fmla="val 8571"/>
            </a:avLst>
          </a:prstGeom>
          <a:solidFill>
            <a:srgbClr val="101A30"/>
          </a:solidFill>
          <a:ln/>
        </p:spPr>
      </p:sp>
      <p:pic>
        <p:nvPicPr>
          <p:cNvPr id="11" name="Image 4" descr="/home/claude/deck/assets/ic_eur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583680"/>
            <a:ext cx="822960" cy="8229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40280" y="62636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 bons d'achat</a:t>
            </a:r>
            <a:endParaRPr lang="en-US" sz="3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9FB0D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chez les commerces partenaires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411480"/>
            <a:ext cx="3566160" cy="1490472"/>
          </a:xfrm>
          <a:prstGeom prst="rect">
            <a:avLst/>
          </a:prstGeom>
        </p:spPr>
      </p:pic>
      <p:pic>
        <p:nvPicPr>
          <p:cNvPr id="3" name="Image 1" descr="/home/claude/deck/assets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155680"/>
            <a:ext cx="4572000" cy="457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378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2400" dirty="0"/>
          </a:p>
        </p:txBody>
      </p:sp>
      <p:pic>
        <p:nvPicPr>
          <p:cNvPr id="5" name="Image 2" descr="/home/claude/deck/assets/flowi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002000"/>
            <a:ext cx="5532120" cy="113385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2103120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OÙ JOUER ?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0" y="2606040"/>
            <a:ext cx="10287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Rendez-vous aux stations de jeux</a:t>
            </a:r>
            <a:endParaRPr lang="en-US" sz="3400" dirty="0"/>
          </a:p>
        </p:txBody>
      </p:sp>
      <p:pic>
        <p:nvPicPr>
          <p:cNvPr id="8" name="Image 3" descr="/home/claude/deck/assets/ic_caiss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1880"/>
            <a:ext cx="713232" cy="71323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828800" y="363931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Aux caisses</a:t>
            </a:r>
            <a:endParaRPr lang="en-US" sz="3000" dirty="0"/>
          </a:p>
        </p:txBody>
      </p:sp>
      <p:pic>
        <p:nvPicPr>
          <p:cNvPr id="10" name="Image 4" descr="/home/claude/deck/assets/ic_ba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690872"/>
            <a:ext cx="713232" cy="7132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828800" y="47183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Aux bars</a:t>
            </a:r>
            <a:endParaRPr lang="en-US" sz="3000" dirty="0"/>
          </a:p>
        </p:txBody>
      </p:sp>
      <p:pic>
        <p:nvPicPr>
          <p:cNvPr id="12" name="Image 5" descr="/home/claude/deck/assets/ic_briga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69864"/>
            <a:ext cx="713232" cy="71323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828800" y="579729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À la Brigade Verte</a:t>
            </a:r>
            <a:endParaRPr lang="en-US" sz="3000" dirty="0"/>
          </a:p>
        </p:txBody>
      </p:sp>
      <p:pic>
        <p:nvPicPr>
          <p:cNvPr id="14" name="Image 6" descr="/home/claude/deck/assets/ic_ecran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848856"/>
            <a:ext cx="713232" cy="713232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828800" y="68762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Aux écrans scène</a:t>
            </a:r>
            <a:endParaRPr lang="en-US" sz="3000" dirty="0"/>
          </a:p>
        </p:txBody>
      </p:sp>
      <p:pic>
        <p:nvPicPr>
          <p:cNvPr id="16" name="Image 7" descr="/home/claude/deck/assets/ic_partenair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7927848"/>
            <a:ext cx="713232" cy="71323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828800" y="79552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Chez les partenaires participants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411480"/>
            <a:ext cx="3566160" cy="1490472"/>
          </a:xfrm>
          <a:prstGeom prst="rect">
            <a:avLst/>
          </a:prstGeom>
        </p:spPr>
      </p:pic>
      <p:pic>
        <p:nvPicPr>
          <p:cNvPr id="3" name="Image 1" descr="/home/claude/deck/assets/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155680"/>
            <a:ext cx="4572000" cy="457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378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2400" dirty="0"/>
          </a:p>
        </p:txBody>
      </p:sp>
      <p:pic>
        <p:nvPicPr>
          <p:cNvPr id="5" name="Image 2" descr="/home/claude/deck/assets/flowi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002000"/>
            <a:ext cx="5532120" cy="113385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7240" y="1828800"/>
            <a:ext cx="8732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grand </a:t>
            </a:r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tirage au sort</a:t>
            </a:r>
            <a:pPr algn="l" indent="0" marL="0">
              <a:lnSpc>
                <a:spcPct val="105000"/>
              </a:lnSpc>
              <a:buNone/>
            </a:pP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à la clôture du festival</a:t>
            </a:r>
            <a:endParaRPr lang="en-US" sz="3800" dirty="0"/>
          </a:p>
        </p:txBody>
      </p:sp>
      <p:sp>
        <p:nvSpPr>
          <p:cNvPr id="7" name="Text 2"/>
          <p:cNvSpPr/>
          <p:nvPr/>
        </p:nvSpPr>
        <p:spPr>
          <a:xfrm>
            <a:off x="0" y="352044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2200" dirty="0"/>
          </a:p>
        </p:txBody>
      </p:sp>
      <p:sp>
        <p:nvSpPr>
          <p:cNvPr id="8" name="Shape 3"/>
          <p:cNvSpPr/>
          <p:nvPr/>
        </p:nvSpPr>
        <p:spPr>
          <a:xfrm>
            <a:off x="685800" y="397764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9" name="Image 3" descr="/home/claude/deck/assets/berger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763" y="4197096"/>
            <a:ext cx="963275" cy="9326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771900" y="397764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11" name="Image 4" descr="/home/claude/deck/assets/peg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220" y="4349865"/>
            <a:ext cx="2194560" cy="62715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6858000" y="3977640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13" name="Image 5" descr="/home/claude/deck/assets/ut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2998" y="4197096"/>
            <a:ext cx="1593204" cy="932688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685800" y="5550408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15" name="Image 6" descr="/home/claude/deck/assets/n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4127" y="5769864"/>
            <a:ext cx="1726546" cy="932688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3771900" y="5550408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17" name="Image 7" descr="/home/claude/deck/assets/giordan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6220" y="5867739"/>
            <a:ext cx="2194560" cy="736939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858000" y="5550408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19" name="Image 8" descr="/home/claude/deck/assets/charvoli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9624" y="5769864"/>
            <a:ext cx="1139952" cy="932688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3771900" y="7123176"/>
            <a:ext cx="2743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21" name="Image 9" descr="/home/claude/deck/assets/carrosserie-g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2773" y="7342632"/>
            <a:ext cx="1001455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2026-07-10T13:26:41Z</dcterms:created>
  <dcterms:modified xsi:type="dcterms:W3CDTF">2026-07-10T13:26:41Z</dcterms:modified>
</cp:coreProperties>
</file>