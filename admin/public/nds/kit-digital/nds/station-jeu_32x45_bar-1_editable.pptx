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BAR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9097" y="12390078"/>
            <a:ext cx="2088693" cy="13334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305847" y="12245439"/>
            <a:ext cx="1701929" cy="172853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116269" y="12626176"/>
            <a:ext cx="3287457" cy="102450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828917" y="12604564"/>
            <a:ext cx="1347497" cy="118780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175868" y="12414827"/>
            <a:ext cx="2310516" cy="136112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