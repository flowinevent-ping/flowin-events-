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345" cy="10692079"/>
  <p:notesSz cx="10692079" cy="755934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layers/giordano_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345" cy="10692079"/>
          </a:xfrm>
          <a:prstGeom prst="rect">
            <a:avLst/>
          </a:prstGeom>
        </p:spPr>
      </p:pic>
      <p:pic>
        <p:nvPicPr>
          <p:cNvPr id="3" name="Image 1" descr="/home/claude/pptx_work/layers/giordano__logo_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966216"/>
            <a:ext cx="3331464" cy="1060704"/>
          </a:xfrm>
          <a:prstGeom prst="rect">
            <a:avLst/>
          </a:prstGeom>
        </p:spPr>
      </p:pic>
      <p:pic>
        <p:nvPicPr>
          <p:cNvPr id="4" name="Image 2" descr="/home/claude/pptx_work/layers/giordano__banniere_fl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552" y="2045208"/>
            <a:ext cx="4059936" cy="1380744"/>
          </a:xfrm>
          <a:prstGeom prst="rect">
            <a:avLst/>
          </a:prstGeom>
        </p:spPr>
      </p:pic>
      <p:pic>
        <p:nvPicPr>
          <p:cNvPr id="5" name="Image 3" descr="/home/claude/pptx_work/layers/giordano__logo_commer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304" y="3163824"/>
            <a:ext cx="1280160" cy="1280160"/>
          </a:xfrm>
          <a:prstGeom prst="rect">
            <a:avLst/>
          </a:prstGeom>
        </p:spPr>
      </p:pic>
      <p:pic>
        <p:nvPicPr>
          <p:cNvPr id="6" name="Image 4" descr="/home/claude/pptx_work/layers/giordano__ticket_conc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048" y="3880104"/>
            <a:ext cx="2243328" cy="2243328"/>
          </a:xfrm>
          <a:prstGeom prst="rect">
            <a:avLst/>
          </a:prstGeom>
        </p:spPr>
      </p:pic>
      <p:pic>
        <p:nvPicPr>
          <p:cNvPr id="7" name="Image 5" descr="/home/claude/pptx_work/layers/giordano__ticket_b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3880104"/>
            <a:ext cx="2243328" cy="2243328"/>
          </a:xfrm>
          <a:prstGeom prst="rect">
            <a:avLst/>
          </a:prstGeom>
        </p:spPr>
      </p:pic>
      <p:pic>
        <p:nvPicPr>
          <p:cNvPr id="8" name="Image 6" descr="/home/claude/pptx_work/layers/giordano__q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5520" y="5553456"/>
            <a:ext cx="3048000" cy="3048000"/>
          </a:xfrm>
          <a:prstGeom prst="rect">
            <a:avLst/>
          </a:prstGeom>
        </p:spPr>
      </p:pic>
      <p:pic>
        <p:nvPicPr>
          <p:cNvPr id="9" name="Image 7" descr="/home/claude/pptx_work/layers/giordano__banniere_tir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0264" y="9003792"/>
            <a:ext cx="4855464" cy="81076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0" y="445959"/>
            <a:ext cx="7559040" cy="476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8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GRAND JEU DES</a:t>
            </a:r>
            <a:endParaRPr lang="en-US" sz="2208" dirty="0"/>
          </a:p>
        </p:txBody>
      </p:sp>
      <p:sp>
        <p:nvSpPr>
          <p:cNvPr id="11" name="Text 1"/>
          <p:cNvSpPr/>
          <p:nvPr/>
        </p:nvSpPr>
        <p:spPr>
          <a:xfrm>
            <a:off x="0" y="2348630"/>
            <a:ext cx="75590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FLASH &amp; JOUE</a:t>
            </a:r>
            <a:endParaRPr lang="en-US" sz="3600" dirty="0"/>
          </a:p>
        </p:txBody>
      </p:sp>
      <p:sp>
        <p:nvSpPr>
          <p:cNvPr id="12" name="Text 2"/>
          <p:cNvSpPr/>
          <p:nvPr/>
        </p:nvSpPr>
        <p:spPr>
          <a:xfrm>
            <a:off x="0" y="3557772"/>
            <a:ext cx="5184648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</a:t>
            </a:r>
            <a:endParaRPr lang="en-US" sz="2304" dirty="0"/>
          </a:p>
        </p:txBody>
      </p:sp>
      <p:sp>
        <p:nvSpPr>
          <p:cNvPr id="13" name="Text 3"/>
          <p:cNvSpPr/>
          <p:nvPr/>
        </p:nvSpPr>
        <p:spPr>
          <a:xfrm>
            <a:off x="0" y="3557772"/>
            <a:ext cx="7473696" cy="497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4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JEUX</a:t>
            </a:r>
            <a:endParaRPr lang="en-US" sz="2304" dirty="0"/>
          </a:p>
        </p:txBody>
      </p:sp>
      <p:sp>
        <p:nvSpPr>
          <p:cNvPr id="14" name="Text 4"/>
          <p:cNvSpPr/>
          <p:nvPr/>
        </p:nvSpPr>
        <p:spPr>
          <a:xfrm>
            <a:off x="0" y="5623621"/>
            <a:ext cx="453542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PLACES DE CONCERT</a:t>
            </a:r>
            <a:endParaRPr lang="en-US" sz="1392" dirty="0"/>
          </a:p>
        </p:txBody>
      </p:sp>
      <p:sp>
        <p:nvSpPr>
          <p:cNvPr id="15" name="Text 5"/>
          <p:cNvSpPr/>
          <p:nvPr/>
        </p:nvSpPr>
        <p:spPr>
          <a:xfrm>
            <a:off x="3023311" y="5623621"/>
            <a:ext cx="4536034" cy="300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BONS D'ACHAT</a:t>
            </a:r>
            <a:endParaRPr lang="en-US" sz="1392" dirty="0"/>
          </a:p>
        </p:txBody>
      </p:sp>
      <p:sp>
        <p:nvSpPr>
          <p:cNvPr id="16" name="Text 6"/>
          <p:cNvSpPr/>
          <p:nvPr/>
        </p:nvSpPr>
        <p:spPr>
          <a:xfrm>
            <a:off x="0" y="8364303"/>
            <a:ext cx="7559040" cy="5502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49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VOUS JOUEZ + VOS CHANCES AUGMENTENT</a:t>
            </a:r>
            <a:endParaRPr lang="en-US" sz="2549" dirty="0"/>
          </a:p>
        </p:txBody>
      </p:sp>
      <p:sp>
        <p:nvSpPr>
          <p:cNvPr id="17" name="Text 7"/>
          <p:cNvSpPr/>
          <p:nvPr/>
        </p:nvSpPr>
        <p:spPr>
          <a:xfrm>
            <a:off x="0" y="8867193"/>
            <a:ext cx="7559040" cy="227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6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Découvrez les autres stations du festival</a:t>
            </a:r>
            <a:endParaRPr lang="en-US" sz="1056" dirty="0"/>
          </a:p>
        </p:txBody>
      </p:sp>
      <p:sp>
        <p:nvSpPr>
          <p:cNvPr id="18" name="Text 8"/>
          <p:cNvSpPr/>
          <p:nvPr/>
        </p:nvSpPr>
        <p:spPr>
          <a:xfrm>
            <a:off x="0" y="9253850"/>
            <a:ext cx="75590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20E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★  GRAND TIRAGE À LA CLÔTURE DU FESTIVAL</a:t>
            </a:r>
            <a:endParaRPr lang="en-US" sz="1440" dirty="0"/>
          </a:p>
        </p:txBody>
      </p:sp>
      <p:sp>
        <p:nvSpPr>
          <p:cNvPr id="19" name="Text 9"/>
          <p:cNvSpPr/>
          <p:nvPr/>
        </p:nvSpPr>
        <p:spPr>
          <a:xfrm>
            <a:off x="0" y="9745657"/>
            <a:ext cx="7559040" cy="1399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8" dirty="0">
                <a:solidFill>
                  <a:srgbClr val="969E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JEU GRATUIT · SANS OBLIGATION D'ACHAT</a:t>
            </a:r>
            <a:endParaRPr lang="en-US" sz="648" dirty="0"/>
          </a:p>
        </p:txBody>
      </p:sp>
      <p:sp>
        <p:nvSpPr>
          <p:cNvPr id="20" name="Text 10"/>
          <p:cNvSpPr/>
          <p:nvPr/>
        </p:nvSpPr>
        <p:spPr>
          <a:xfrm>
            <a:off x="0" y="10188147"/>
            <a:ext cx="755904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DCE0F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flowinevent@gmail.com · 06 16 35 49 36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Affiche A4 (éditable) — Électroménager J Giordano</dc:title>
  <dc:subject>PptxGenJS Presentation</dc:subject>
  <dc:creator>Flowin</dc:creator>
  <cp:lastModifiedBy>Flowin</cp:lastModifiedBy>
  <cp:revision>1</cp:revision>
  <dcterms:created xsi:type="dcterms:W3CDTF">2026-06-29T14:24:06Z</dcterms:created>
  <dcterms:modified xsi:type="dcterms:W3CDTF">2026-06-29T14:24:06Z</dcterms:modified>
</cp:coreProperties>
</file>