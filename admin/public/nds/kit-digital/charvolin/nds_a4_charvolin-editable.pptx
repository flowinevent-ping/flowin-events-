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59345" cy="10692079"/>
  <p:notesSz cx="10692079" cy="755934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_work/layers/charvolin_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345" cy="10692079"/>
          </a:xfrm>
          <a:prstGeom prst="rect">
            <a:avLst/>
          </a:prstGeom>
        </p:spPr>
      </p:pic>
      <p:pic>
        <p:nvPicPr>
          <p:cNvPr id="3" name="Image 1" descr="/home/claude/pptx_work/layers/charvolin__logo_n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1408" y="966216"/>
            <a:ext cx="3331464" cy="1060704"/>
          </a:xfrm>
          <a:prstGeom prst="rect">
            <a:avLst/>
          </a:prstGeom>
        </p:spPr>
      </p:pic>
      <p:pic>
        <p:nvPicPr>
          <p:cNvPr id="4" name="Image 2" descr="/home/claude/pptx_work/layers/charvolin__banniere_flas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9552" y="2045208"/>
            <a:ext cx="4059936" cy="1380744"/>
          </a:xfrm>
          <a:prstGeom prst="rect">
            <a:avLst/>
          </a:prstGeom>
        </p:spPr>
      </p:pic>
      <p:pic>
        <p:nvPicPr>
          <p:cNvPr id="5" name="Image 3" descr="/home/claude/pptx_work/layers/charvolin__logo_commer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7304" y="3163824"/>
            <a:ext cx="1280160" cy="1280160"/>
          </a:xfrm>
          <a:prstGeom prst="rect">
            <a:avLst/>
          </a:prstGeom>
        </p:spPr>
      </p:pic>
      <p:pic>
        <p:nvPicPr>
          <p:cNvPr id="6" name="Image 4" descr="/home/claude/pptx_work/layers/charvolin__ticket_conce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6048" y="3880104"/>
            <a:ext cx="2243328" cy="2243328"/>
          </a:xfrm>
          <a:prstGeom prst="rect">
            <a:avLst/>
          </a:prstGeom>
        </p:spPr>
      </p:pic>
      <p:pic>
        <p:nvPicPr>
          <p:cNvPr id="7" name="Image 5" descr="/home/claude/pptx_work/layers/charvolin__ticket_bo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9664" y="3880104"/>
            <a:ext cx="2243328" cy="2243328"/>
          </a:xfrm>
          <a:prstGeom prst="rect">
            <a:avLst/>
          </a:prstGeom>
        </p:spPr>
      </p:pic>
      <p:pic>
        <p:nvPicPr>
          <p:cNvPr id="8" name="Image 6" descr="/home/claude/pptx_work/layers/charvolin__q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55520" y="5553456"/>
            <a:ext cx="3048000" cy="3048000"/>
          </a:xfrm>
          <a:prstGeom prst="rect">
            <a:avLst/>
          </a:prstGeom>
        </p:spPr>
      </p:pic>
      <p:pic>
        <p:nvPicPr>
          <p:cNvPr id="9" name="Image 7" descr="/home/claude/pptx_work/layers/charvolin__banniere_tirag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50264" y="9003792"/>
            <a:ext cx="4855464" cy="810768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0" y="445959"/>
            <a:ext cx="7559040" cy="4767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8" b="1" dirty="0">
                <a:solidFill>
                  <a:srgbClr val="20E0C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 GRAND JEU DES</a:t>
            </a:r>
            <a:endParaRPr lang="en-US" sz="2208" dirty="0"/>
          </a:p>
        </p:txBody>
      </p:sp>
      <p:sp>
        <p:nvSpPr>
          <p:cNvPr id="11" name="Text 1"/>
          <p:cNvSpPr/>
          <p:nvPr/>
        </p:nvSpPr>
        <p:spPr>
          <a:xfrm>
            <a:off x="0" y="2348630"/>
            <a:ext cx="7559040" cy="777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20E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FLASH &amp; JOUE</a:t>
            </a:r>
            <a:endParaRPr lang="en-US" sz="3600" dirty="0"/>
          </a:p>
        </p:txBody>
      </p:sp>
      <p:sp>
        <p:nvSpPr>
          <p:cNvPr id="12" name="Text 2"/>
          <p:cNvSpPr/>
          <p:nvPr/>
        </p:nvSpPr>
        <p:spPr>
          <a:xfrm>
            <a:off x="0" y="3557772"/>
            <a:ext cx="5184648" cy="4974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304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STATION</a:t>
            </a:r>
            <a:endParaRPr lang="en-US" sz="2304" dirty="0"/>
          </a:p>
        </p:txBody>
      </p:sp>
      <p:sp>
        <p:nvSpPr>
          <p:cNvPr id="13" name="Text 3"/>
          <p:cNvSpPr/>
          <p:nvPr/>
        </p:nvSpPr>
        <p:spPr>
          <a:xfrm>
            <a:off x="0" y="3557772"/>
            <a:ext cx="7473696" cy="4974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304" b="1" dirty="0">
                <a:solidFill>
                  <a:srgbClr val="20E0C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JEUX</a:t>
            </a:r>
            <a:endParaRPr lang="en-US" sz="2304" dirty="0"/>
          </a:p>
        </p:txBody>
      </p:sp>
      <p:sp>
        <p:nvSpPr>
          <p:cNvPr id="14" name="Text 4"/>
          <p:cNvSpPr/>
          <p:nvPr/>
        </p:nvSpPr>
        <p:spPr>
          <a:xfrm>
            <a:off x="0" y="5623621"/>
            <a:ext cx="4535424" cy="3005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2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PLACES DE CONCERT</a:t>
            </a:r>
            <a:endParaRPr lang="en-US" sz="1392" dirty="0"/>
          </a:p>
        </p:txBody>
      </p:sp>
      <p:sp>
        <p:nvSpPr>
          <p:cNvPr id="15" name="Text 5"/>
          <p:cNvSpPr/>
          <p:nvPr/>
        </p:nvSpPr>
        <p:spPr>
          <a:xfrm>
            <a:off x="3023311" y="5623621"/>
            <a:ext cx="4536034" cy="3005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2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BONS D'ACHAT</a:t>
            </a:r>
            <a:endParaRPr lang="en-US" sz="1392" dirty="0"/>
          </a:p>
        </p:txBody>
      </p:sp>
      <p:sp>
        <p:nvSpPr>
          <p:cNvPr id="16" name="Text 6"/>
          <p:cNvSpPr/>
          <p:nvPr/>
        </p:nvSpPr>
        <p:spPr>
          <a:xfrm>
            <a:off x="0" y="8323369"/>
            <a:ext cx="7559040" cy="6321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928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 VOUS JOUEZ + VOS CHANCES AUGMENTENT</a:t>
            </a:r>
            <a:endParaRPr lang="en-US" sz="2928" dirty="0"/>
          </a:p>
        </p:txBody>
      </p:sp>
      <p:sp>
        <p:nvSpPr>
          <p:cNvPr id="17" name="Text 7"/>
          <p:cNvSpPr/>
          <p:nvPr/>
        </p:nvSpPr>
        <p:spPr>
          <a:xfrm>
            <a:off x="0" y="8867193"/>
            <a:ext cx="7559040" cy="227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6" dirty="0">
                <a:solidFill>
                  <a:srgbClr val="20E0C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Découvrez les autres stations du festival</a:t>
            </a:r>
            <a:endParaRPr lang="en-US" sz="1056" dirty="0"/>
          </a:p>
        </p:txBody>
      </p:sp>
      <p:sp>
        <p:nvSpPr>
          <p:cNvPr id="18" name="Text 8"/>
          <p:cNvSpPr/>
          <p:nvPr/>
        </p:nvSpPr>
        <p:spPr>
          <a:xfrm>
            <a:off x="0" y="9253850"/>
            <a:ext cx="755904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120E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★  GRAND TIRAGE À LA CLÔTURE DU FESTIVAL</a:t>
            </a:r>
            <a:endParaRPr lang="en-US" sz="1440" dirty="0"/>
          </a:p>
        </p:txBody>
      </p:sp>
      <p:sp>
        <p:nvSpPr>
          <p:cNvPr id="19" name="Text 9"/>
          <p:cNvSpPr/>
          <p:nvPr/>
        </p:nvSpPr>
        <p:spPr>
          <a:xfrm>
            <a:off x="0" y="9745657"/>
            <a:ext cx="7559040" cy="1399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48" dirty="0">
                <a:solidFill>
                  <a:srgbClr val="969EB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JEU GRATUIT · SANS OBLIGATION D'ACHAT</a:t>
            </a:r>
            <a:endParaRPr lang="en-US" sz="648" dirty="0"/>
          </a:p>
        </p:txBody>
      </p:sp>
      <p:sp>
        <p:nvSpPr>
          <p:cNvPr id="20" name="Text 10"/>
          <p:cNvSpPr/>
          <p:nvPr/>
        </p:nvSpPr>
        <p:spPr>
          <a:xfrm>
            <a:off x="0" y="10188147"/>
            <a:ext cx="7559040" cy="2072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DCE0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flowinevent@gmail.com · 06 16 35 49 36</a:t>
            </a:r>
            <a:endParaRPr lang="en-US" sz="9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Affiche A4 (éditable) — charvolin</dc:title>
  <dc:subject>PptxGenJS Presentation</dc:subject>
  <dc:creator>Flowin</dc:creator>
  <cp:lastModifiedBy>Flowin</cp:lastModifiedBy>
  <cp:revision>1</cp:revision>
  <dcterms:created xsi:type="dcterms:W3CDTF">2026-06-29T17:31:37Z</dcterms:created>
  <dcterms:modified xsi:type="dcterms:W3CDTF">2026-06-29T17:31:37Z</dcterms:modified>
</cp:coreProperties>
</file>