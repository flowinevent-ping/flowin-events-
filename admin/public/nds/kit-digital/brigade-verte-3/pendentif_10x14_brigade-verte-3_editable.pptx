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3600000" cy="504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end_bg_10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600000" cy="5040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782001" y="125999"/>
            <a:ext cx="1692000" cy="259200"/>
          </a:xfrm>
          <a:prstGeom prst="roundRect">
            <a:avLst>
              <a:gd name="adj" fmla="val 50000"/>
            </a:avLst>
          </a:prstGeom>
          <a:solidFill>
            <a:srgbClr val="F28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FFFFF"/>
                </a:solidFill>
                <a:latin typeface="Manrope"/>
              </a:rPr>
              <a:t>BRIGADE VERTE 3</a:t>
            </a:r>
          </a:p>
        </p:txBody>
      </p:sp>
      <p:pic>
        <p:nvPicPr>
          <p:cNvPr id="4" name="Picture 3" descr="logo_nds_blanc_h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000" y="378000"/>
            <a:ext cx="2160000" cy="90299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0" y="1278000"/>
            <a:ext cx="3600000" cy="36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300" b="1">
                <a:solidFill>
                  <a:srgbClr val="20E0C4"/>
                </a:solidFill>
                <a:latin typeface="Manrope"/>
              </a:rPr>
              <a:t>STATION JEU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4000" y="1674000"/>
            <a:ext cx="1872000" cy="187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q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6000" y="1836000"/>
            <a:ext cx="1548000" cy="1548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0" y="3906000"/>
            <a:ext cx="3600000" cy="396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500" b="1">
                <a:solidFill>
                  <a:srgbClr val="F4B544"/>
                </a:solidFill>
                <a:latin typeface="Manrope"/>
              </a:rPr>
              <a:t>FLASH &amp; JOUE</a:t>
            </a:r>
          </a:p>
        </p:txBody>
      </p:sp>
      <p:pic>
        <p:nvPicPr>
          <p:cNvPr id="9" name="Picture 8" descr="flowin_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50000" y="4446000"/>
            <a:ext cx="900000" cy="13621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