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59345" cy="10692079"/>
  <p:notesSz cx="10692079" cy="755934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plate_alaf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345" cy="106920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47446"/>
            <a:ext cx="7559040" cy="47670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8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 GRAND JEU DES</a:t>
            </a:r>
            <a:endParaRPr lang="en-US" sz="2208" dirty="0"/>
          </a:p>
        </p:txBody>
      </p:sp>
      <p:sp>
        <p:nvSpPr>
          <p:cNvPr id="4" name="Text 1"/>
          <p:cNvSpPr/>
          <p:nvPr/>
        </p:nvSpPr>
        <p:spPr>
          <a:xfrm>
            <a:off x="0" y="2348484"/>
            <a:ext cx="7559040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20E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FLASH &amp; JOUE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0" y="3558235"/>
            <a:ext cx="5181600" cy="4974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4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STATION</a:t>
            </a:r>
            <a:endParaRPr lang="en-US" sz="2304" dirty="0"/>
          </a:p>
        </p:txBody>
      </p:sp>
      <p:sp>
        <p:nvSpPr>
          <p:cNvPr id="6" name="Text 3"/>
          <p:cNvSpPr/>
          <p:nvPr/>
        </p:nvSpPr>
        <p:spPr>
          <a:xfrm>
            <a:off x="0" y="3558235"/>
            <a:ext cx="7473696" cy="4974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4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JEUX</a:t>
            </a:r>
            <a:endParaRPr lang="en-US" sz="2304" dirty="0"/>
          </a:p>
        </p:txBody>
      </p:sp>
      <p:sp>
        <p:nvSpPr>
          <p:cNvPr id="7" name="Text 4"/>
          <p:cNvSpPr/>
          <p:nvPr/>
        </p:nvSpPr>
        <p:spPr>
          <a:xfrm>
            <a:off x="0" y="5622646"/>
            <a:ext cx="4535424" cy="3005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2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PLACES DE CONCERT</a:t>
            </a:r>
            <a:endParaRPr lang="en-US" sz="1392" dirty="0"/>
          </a:p>
        </p:txBody>
      </p:sp>
      <p:sp>
        <p:nvSpPr>
          <p:cNvPr id="8" name="Text 5"/>
          <p:cNvSpPr/>
          <p:nvPr/>
        </p:nvSpPr>
        <p:spPr>
          <a:xfrm>
            <a:off x="3023311" y="5622646"/>
            <a:ext cx="4536034" cy="3005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92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BONS D'ACHAT</a:t>
            </a:r>
            <a:endParaRPr lang="en-US" sz="1392" dirty="0"/>
          </a:p>
        </p:txBody>
      </p:sp>
      <p:sp>
        <p:nvSpPr>
          <p:cNvPr id="9" name="Text 6"/>
          <p:cNvSpPr/>
          <p:nvPr/>
        </p:nvSpPr>
        <p:spPr>
          <a:xfrm>
            <a:off x="0" y="8362889"/>
            <a:ext cx="7559040" cy="5502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49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 VOUS JOUEZ + VOS CHANCES AUGMENTENT</a:t>
            </a:r>
            <a:endParaRPr lang="en-US" sz="2549" dirty="0"/>
          </a:p>
        </p:txBody>
      </p:sp>
      <p:sp>
        <p:nvSpPr>
          <p:cNvPr id="10" name="Text 7"/>
          <p:cNvSpPr/>
          <p:nvPr/>
        </p:nvSpPr>
        <p:spPr>
          <a:xfrm>
            <a:off x="0" y="8868461"/>
            <a:ext cx="7559040" cy="2279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6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Découvrez les autres stations du festival</a:t>
            </a:r>
            <a:endParaRPr lang="en-US" sz="1056" dirty="0"/>
          </a:p>
        </p:txBody>
      </p:sp>
      <p:sp>
        <p:nvSpPr>
          <p:cNvPr id="11" name="Text 8"/>
          <p:cNvSpPr/>
          <p:nvPr/>
        </p:nvSpPr>
        <p:spPr>
          <a:xfrm>
            <a:off x="0" y="9744608"/>
            <a:ext cx="7559040" cy="1399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8" dirty="0">
                <a:solidFill>
                  <a:srgbClr val="969EB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JEU GRATUIT · SANS OBLIGATION D'ACHAT</a:t>
            </a:r>
            <a:endParaRPr lang="en-US" sz="648" dirty="0"/>
          </a:p>
        </p:txBody>
      </p:sp>
      <p:sp>
        <p:nvSpPr>
          <p:cNvPr id="12" name="Text 9"/>
          <p:cNvSpPr/>
          <p:nvPr/>
        </p:nvSpPr>
        <p:spPr>
          <a:xfrm>
            <a:off x="0" y="10189464"/>
            <a:ext cx="7559040" cy="20726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DCE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flowinevent@gmail.com · 06 16 35 49 36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Affiche A4 — À la Fût</dc:title>
  <dc:subject>PptxGenJS Presentation</dc:subject>
  <dc:creator>Flowin</dc:creator>
  <cp:lastModifiedBy>Flowin</cp:lastModifiedBy>
  <cp:revision>1</cp:revision>
  <dcterms:created xsi:type="dcterms:W3CDTF">2026-06-29T13:47:04Z</dcterms:created>
  <dcterms:modified xsi:type="dcterms:W3CDTF">2026-06-29T13:47:04Z</dcterms:modified>
</cp:coreProperties>
</file>