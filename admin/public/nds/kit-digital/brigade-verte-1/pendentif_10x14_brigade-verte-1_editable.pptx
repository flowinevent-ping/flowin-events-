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00000" cy="504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nd_bg_1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00000" cy="5040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782001" y="125999"/>
            <a:ext cx="1692000" cy="259200"/>
          </a:xfrm>
          <a:prstGeom prst="roundRect">
            <a:avLst>
              <a:gd name="adj" fmla="val 50000"/>
            </a:avLst>
          </a:prstGeom>
          <a:solidFill>
            <a:srgbClr val="F2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anrope"/>
              </a:rPr>
              <a:t>BRIGADE VERTE 1</a:t>
            </a:r>
          </a:p>
        </p:txBody>
      </p:sp>
      <p:pic>
        <p:nvPicPr>
          <p:cNvPr id="4" name="Picture 3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378000"/>
            <a:ext cx="2160000" cy="902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278000"/>
            <a:ext cx="360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20E0C4"/>
                </a:solidFill>
                <a:latin typeface="Manrope"/>
              </a:rPr>
              <a:t>STATION JEU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000" y="1674000"/>
            <a:ext cx="1872000" cy="18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00" y="1836000"/>
            <a:ext cx="1548000" cy="154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3906000"/>
            <a:ext cx="3600000" cy="39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4B544"/>
                </a:solidFill>
                <a:latin typeface="Manrope"/>
              </a:rPr>
              <a:t>FLASH &amp; JOUE</a:t>
            </a:r>
          </a:p>
        </p:txBody>
      </p:sp>
      <p:pic>
        <p:nvPicPr>
          <p:cNvPr id="9" name="Picture 8" descr="flowin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000" y="4446000"/>
            <a:ext cx="900000" cy="136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