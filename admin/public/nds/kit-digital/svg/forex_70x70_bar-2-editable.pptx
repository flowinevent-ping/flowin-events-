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25200000" cy="25200000"/>
  <p:notesSz cx="25200000" cy="25200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vid/forex_plates/plate_forex_70x70_bar-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25200000" cy="25200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0" y="4091400"/>
            <a:ext cx="25200000" cy="189720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787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STATION JEUX</a:t>
            </a:r>
            <a:endParaRPr lang="en-US" sz="8787" dirty="0"/>
          </a:p>
        </p:txBody>
      </p:sp>
      <p:sp>
        <p:nvSpPr>
          <p:cNvPr id="4" name="Text 1"/>
          <p:cNvSpPr/>
          <p:nvPr/>
        </p:nvSpPr>
        <p:spPr>
          <a:xfrm>
            <a:off x="0" y="53067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4B54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GAGNE TES PLACES DE CONCERT</a:t>
            </a:r>
            <a:endParaRPr lang="en-US" sz="10602" dirty="0"/>
          </a:p>
        </p:txBody>
      </p:sp>
      <p:sp>
        <p:nvSpPr>
          <p:cNvPr id="5" name="Text 2"/>
          <p:cNvSpPr/>
          <p:nvPr/>
        </p:nvSpPr>
        <p:spPr>
          <a:xfrm>
            <a:off x="0" y="6516360"/>
            <a:ext cx="25200000" cy="228888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602" b="1" dirty="0">
                <a:solidFill>
                  <a:srgbClr val="FFFFFF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&amp; BONS D'ACHAT</a:t>
            </a:r>
            <a:endParaRPr lang="en-US" sz="10602" dirty="0"/>
          </a:p>
        </p:txBody>
      </p:sp>
      <p:sp>
        <p:nvSpPr>
          <p:cNvPr id="6" name="Text 3"/>
          <p:cNvSpPr/>
          <p:nvPr/>
        </p:nvSpPr>
        <p:spPr>
          <a:xfrm>
            <a:off x="0" y="17528040"/>
            <a:ext cx="25200000" cy="1505520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973" b="1" dirty="0">
                <a:solidFill>
                  <a:srgbClr val="20E0C4"/>
                </a:solidFill>
                <a:latin typeface="Manrope" pitchFamily="34" charset="0"/>
                <a:ea typeface="Manrope" pitchFamily="34" charset="-122"/>
                <a:cs typeface="Manrope" pitchFamily="34" charset="-120"/>
              </a:rPr>
              <a:t>NOS PARTENAIRES</a:t>
            </a:r>
            <a:endParaRPr lang="en-US" sz="697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Forex 70x70 — Bar 2</dc:title>
  <dc:subject>PptxGenJS Presentation</dc:subject>
  <dc:creator>Flowin</dc:creator>
  <cp:lastModifiedBy>Flowin</cp:lastModifiedBy>
  <cp:revision>1</cp:revision>
  <dcterms:created xsi:type="dcterms:W3CDTF">2026-07-02T14:38:15Z</dcterms:created>
  <dcterms:modified xsi:type="dcterms:W3CDTF">2026-07-02T14:38:15Z</dcterms:modified>
</cp:coreProperties>
</file>