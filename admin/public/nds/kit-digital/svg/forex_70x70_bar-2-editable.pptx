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layers/forex_70x70_bar-2_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pic>
        <p:nvPicPr>
          <p:cNvPr id="3" name="Image 1" descr="/home/claude/vid/forex_layers/forex_70x70_bar-2__logo_n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8800" y="1022400"/>
            <a:ext cx="7178400" cy="2311200"/>
          </a:xfrm>
          <a:prstGeom prst="rect">
            <a:avLst/>
          </a:prstGeom>
        </p:spPr>
      </p:pic>
      <p:pic>
        <p:nvPicPr>
          <p:cNvPr id="4" name="Image 2" descr="/home/claude/vid/forex_layers/forex_70x70_bar-2__chip_st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8800" y="1166400"/>
            <a:ext cx="3794400" cy="1324800"/>
          </a:xfrm>
          <a:prstGeom prst="rect">
            <a:avLst/>
          </a:prstGeom>
        </p:spPr>
      </p:pic>
      <p:pic>
        <p:nvPicPr>
          <p:cNvPr id="5" name="Image 3" descr="/home/claude/vid/forex_layers/forex_70x70_bar-2__q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7200" y="7790400"/>
            <a:ext cx="10418400" cy="10418400"/>
          </a:xfrm>
          <a:prstGeom prst="rect">
            <a:avLst/>
          </a:prstGeom>
        </p:spPr>
      </p:pic>
      <p:pic>
        <p:nvPicPr>
          <p:cNvPr id="6" name="Image 4" descr="/home/claude/vid/forex_layers/forex_70x70_bar-2__bandeau_blan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0000" y="19958400"/>
            <a:ext cx="22680000" cy="4572000"/>
          </a:xfrm>
          <a:prstGeom prst="rect">
            <a:avLst/>
          </a:prstGeom>
        </p:spPr>
      </p:pic>
      <p:pic>
        <p:nvPicPr>
          <p:cNvPr id="7" name="Image 5" descr="/home/claude/vid/forex_layers/forex_70x70_bar-2__logo_pegas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4000" y="21729600"/>
            <a:ext cx="2592000" cy="1022400"/>
          </a:xfrm>
          <a:prstGeom prst="rect">
            <a:avLst/>
          </a:prstGeom>
        </p:spPr>
      </p:pic>
      <p:pic>
        <p:nvPicPr>
          <p:cNvPr id="8" name="Image 6" descr="/home/claude/vid/forex_layers/forex_70x70_bar-2__logo_giordan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4000" y="21859200"/>
            <a:ext cx="2592000" cy="763200"/>
          </a:xfrm>
          <a:prstGeom prst="rect">
            <a:avLst/>
          </a:prstGeom>
        </p:spPr>
      </p:pic>
      <p:pic>
        <p:nvPicPr>
          <p:cNvPr id="9" name="Image 7" descr="/home/claude/vid/forex_layers/forex_70x70_bar-2__logo_alafu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3200" y="20779200"/>
            <a:ext cx="1713600" cy="2923200"/>
          </a:xfrm>
          <a:prstGeom prst="rect">
            <a:avLst/>
          </a:prstGeom>
        </p:spPr>
      </p:pic>
      <p:pic>
        <p:nvPicPr>
          <p:cNvPr id="10" name="Image 8" descr="/home/claude/vid/forex_layers/forex_70x70_bar-2__logo_carrosserie-g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304000" y="20944800"/>
            <a:ext cx="2592000" cy="2592000"/>
          </a:xfrm>
          <a:prstGeom prst="rect">
            <a:avLst/>
          </a:prstGeom>
        </p:spPr>
      </p:pic>
      <p:pic>
        <p:nvPicPr>
          <p:cNvPr id="11" name="Image 9" descr="/home/claude/vid/forex_layers/forex_70x70_bar-2__logo_bergeri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544000" y="20988000"/>
            <a:ext cx="2592000" cy="2512800"/>
          </a:xfrm>
          <a:prstGeom prst="rect">
            <a:avLst/>
          </a:prstGeom>
        </p:spPr>
      </p:pic>
      <p:pic>
        <p:nvPicPr>
          <p:cNvPr id="12" name="Image 10" descr="/home/claude/vid/forex_layers/forex_70x70_bar-2__logo_util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784000" y="21535200"/>
            <a:ext cx="2592000" cy="1418400"/>
          </a:xfrm>
          <a:prstGeom prst="rect">
            <a:avLst/>
          </a:prstGeom>
        </p:spPr>
      </p:pic>
      <p:pic>
        <p:nvPicPr>
          <p:cNvPr id="13" name="Image 11" descr="/home/claude/vid/forex_layers/forex_70x70_bar-2__logo_charvolin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24000" y="21088800"/>
            <a:ext cx="2592000" cy="2311200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15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16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17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(editable) — Bar 2</dc:title>
  <dc:subject>PptxGenJS Presentation</dc:subject>
  <dc:creator>Flowin</dc:creator>
  <cp:lastModifiedBy>Flowin</cp:lastModifiedBy>
  <cp:revision>1</cp:revision>
  <dcterms:created xsi:type="dcterms:W3CDTF">2026-06-29T19:37:35Z</dcterms:created>
  <dcterms:modified xsi:type="dcterms:W3CDTF">2026-06-29T19:37:35Z</dcterms:modified>
</cp:coreProperties>
</file>