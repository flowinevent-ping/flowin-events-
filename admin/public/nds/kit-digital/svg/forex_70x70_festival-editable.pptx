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5200000" cy="25200000"/>
  <p:notesSz cx="25200000" cy="252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vid/forex_layers/forex_70x70_festival_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5200000" cy="25200000"/>
          </a:xfrm>
          <a:prstGeom prst="rect">
            <a:avLst/>
          </a:prstGeom>
        </p:spPr>
      </p:pic>
      <p:pic>
        <p:nvPicPr>
          <p:cNvPr id="3" name="Image 1" descr="/home/claude/vid/forex_layers/forex_70x70_festival__logo_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8800" y="1022400"/>
            <a:ext cx="7178400" cy="2311200"/>
          </a:xfrm>
          <a:prstGeom prst="rect">
            <a:avLst/>
          </a:prstGeom>
        </p:spPr>
      </p:pic>
      <p:pic>
        <p:nvPicPr>
          <p:cNvPr id="4" name="Image 2" descr="/home/claude/vid/forex_layers/forex_70x70_festival__chip_st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5200" y="1166400"/>
            <a:ext cx="5148000" cy="1324800"/>
          </a:xfrm>
          <a:prstGeom prst="rect">
            <a:avLst/>
          </a:prstGeom>
        </p:spPr>
      </p:pic>
      <p:pic>
        <p:nvPicPr>
          <p:cNvPr id="5" name="Image 3" descr="/home/claude/vid/forex_layers/forex_70x70_festival__q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200" y="7790400"/>
            <a:ext cx="10418400" cy="10418400"/>
          </a:xfrm>
          <a:prstGeom prst="rect">
            <a:avLst/>
          </a:prstGeom>
        </p:spPr>
      </p:pic>
      <p:pic>
        <p:nvPicPr>
          <p:cNvPr id="6" name="Image 4" descr="/home/claude/vid/forex_layers/forex_70x70_festival__bandeau_blan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0000" y="19958400"/>
            <a:ext cx="22680000" cy="4572000"/>
          </a:xfrm>
          <a:prstGeom prst="rect">
            <a:avLst/>
          </a:prstGeom>
        </p:spPr>
      </p:pic>
      <p:pic>
        <p:nvPicPr>
          <p:cNvPr id="7" name="Image 5" descr="/home/claude/vid/forex_layers/forex_70x70_festival__logo_pegas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4000" y="21729600"/>
            <a:ext cx="2592000" cy="1022400"/>
          </a:xfrm>
          <a:prstGeom prst="rect">
            <a:avLst/>
          </a:prstGeom>
        </p:spPr>
      </p:pic>
      <p:pic>
        <p:nvPicPr>
          <p:cNvPr id="8" name="Image 6" descr="/home/claude/vid/forex_layers/forex_70x70_festival__logo_giordano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4000" y="21859200"/>
            <a:ext cx="2592000" cy="763200"/>
          </a:xfrm>
          <a:prstGeom prst="rect">
            <a:avLst/>
          </a:prstGeom>
        </p:spPr>
      </p:pic>
      <p:pic>
        <p:nvPicPr>
          <p:cNvPr id="9" name="Image 7" descr="/home/claude/vid/forex_layers/forex_70x70_festival__logo_alafu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3200" y="20779200"/>
            <a:ext cx="1713600" cy="2923200"/>
          </a:xfrm>
          <a:prstGeom prst="rect">
            <a:avLst/>
          </a:prstGeom>
        </p:spPr>
      </p:pic>
      <p:pic>
        <p:nvPicPr>
          <p:cNvPr id="10" name="Image 8" descr="/home/claude/vid/forex_layers/forex_70x70_festival__logo_carrosserie-gp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04000" y="20944800"/>
            <a:ext cx="2592000" cy="2592000"/>
          </a:xfrm>
          <a:prstGeom prst="rect">
            <a:avLst/>
          </a:prstGeom>
        </p:spPr>
      </p:pic>
      <p:pic>
        <p:nvPicPr>
          <p:cNvPr id="11" name="Image 9" descr="/home/claude/vid/forex_layers/forex_70x70_festival__logo_bergeri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544000" y="20988000"/>
            <a:ext cx="2592000" cy="2512800"/>
          </a:xfrm>
          <a:prstGeom prst="rect">
            <a:avLst/>
          </a:prstGeom>
        </p:spPr>
      </p:pic>
      <p:pic>
        <p:nvPicPr>
          <p:cNvPr id="12" name="Image 10" descr="/home/claude/vid/forex_layers/forex_70x70_festival__logo_util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784000" y="21535200"/>
            <a:ext cx="2592000" cy="1418400"/>
          </a:xfrm>
          <a:prstGeom prst="rect">
            <a:avLst/>
          </a:prstGeom>
        </p:spPr>
      </p:pic>
      <p:pic>
        <p:nvPicPr>
          <p:cNvPr id="13" name="Image 11" descr="/home/claude/vid/forex_layers/forex_70x70_festival__logo_charvolin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024000" y="21088800"/>
            <a:ext cx="2592000" cy="23112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0" y="4091400"/>
            <a:ext cx="25200000" cy="18972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787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STATION JEUX</a:t>
            </a:r>
            <a:endParaRPr lang="en-US" sz="8787" dirty="0"/>
          </a:p>
        </p:txBody>
      </p:sp>
      <p:sp>
        <p:nvSpPr>
          <p:cNvPr id="15" name="Text 1"/>
          <p:cNvSpPr/>
          <p:nvPr/>
        </p:nvSpPr>
        <p:spPr>
          <a:xfrm>
            <a:off x="0" y="53067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4B54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GAGNE TES PLACES DE CONCERT</a:t>
            </a:r>
            <a:endParaRPr lang="en-US" sz="10602" dirty="0"/>
          </a:p>
        </p:txBody>
      </p:sp>
      <p:sp>
        <p:nvSpPr>
          <p:cNvPr id="16" name="Text 2"/>
          <p:cNvSpPr/>
          <p:nvPr/>
        </p:nvSpPr>
        <p:spPr>
          <a:xfrm>
            <a:off x="0" y="6516360"/>
            <a:ext cx="25200000" cy="228888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2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&amp; BONS D'ACHAT</a:t>
            </a:r>
            <a:endParaRPr lang="en-US" sz="10602" dirty="0"/>
          </a:p>
        </p:txBody>
      </p:sp>
      <p:sp>
        <p:nvSpPr>
          <p:cNvPr id="17" name="Text 3"/>
          <p:cNvSpPr/>
          <p:nvPr/>
        </p:nvSpPr>
        <p:spPr>
          <a:xfrm>
            <a:off x="0" y="17528040"/>
            <a:ext cx="25200000" cy="150552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6973" b="1" dirty="0">
                <a:solidFill>
                  <a:srgbClr val="20E0C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NOS PARTENAIRES</a:t>
            </a:r>
            <a:endParaRPr lang="en-US" sz="6973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Forex 70x70 (editable) — Festival</dc:title>
  <dc:subject>PptxGenJS Presentation</dc:subject>
  <dc:creator>Flowin</dc:creator>
  <cp:lastModifiedBy>Flowin</cp:lastModifiedBy>
  <cp:revision>1</cp:revision>
  <dcterms:created xsi:type="dcterms:W3CDTF">2026-06-29T19:37:35Z</dcterms:created>
  <dcterms:modified xsi:type="dcterms:W3CDTF">2026-06-29T19:37:35Z</dcterms:modified>
</cp:coreProperties>
</file>