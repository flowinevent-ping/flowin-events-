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5200000" cy="25200000"/>
  <p:notesSz cx="25200000" cy="2520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id/forex_plates/plate_forex_70x70_festi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5200000" cy="2520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091400"/>
            <a:ext cx="25200000" cy="189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87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STATION JEUX</a:t>
            </a:r>
            <a:endParaRPr lang="en-US" sz="8787" dirty="0"/>
          </a:p>
        </p:txBody>
      </p:sp>
      <p:sp>
        <p:nvSpPr>
          <p:cNvPr id="4" name="Text 1"/>
          <p:cNvSpPr/>
          <p:nvPr/>
        </p:nvSpPr>
        <p:spPr>
          <a:xfrm>
            <a:off x="0" y="5306760"/>
            <a:ext cx="25200000" cy="2288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2" b="1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GAGNE TES PLACES DE CONCERT</a:t>
            </a:r>
            <a:endParaRPr lang="en-US" sz="10602" dirty="0"/>
          </a:p>
        </p:txBody>
      </p:sp>
      <p:sp>
        <p:nvSpPr>
          <p:cNvPr id="5" name="Text 2"/>
          <p:cNvSpPr/>
          <p:nvPr/>
        </p:nvSpPr>
        <p:spPr>
          <a:xfrm>
            <a:off x="0" y="6516360"/>
            <a:ext cx="25200000" cy="2288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&amp; BONS D'ACHAT</a:t>
            </a:r>
            <a:endParaRPr lang="en-US" sz="10602" dirty="0"/>
          </a:p>
        </p:txBody>
      </p:sp>
      <p:sp>
        <p:nvSpPr>
          <p:cNvPr id="6" name="Text 3"/>
          <p:cNvSpPr/>
          <p:nvPr/>
        </p:nvSpPr>
        <p:spPr>
          <a:xfrm>
            <a:off x="0" y="17528040"/>
            <a:ext cx="25200000" cy="15055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73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NOS PARTENAIRES</a:t>
            </a:r>
            <a:endParaRPr lang="en-US" sz="697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Forex 70x70 — Festival</dc:title>
  <dc:subject>PptxGenJS Presentation</dc:subject>
  <dc:creator>Flowin</dc:creator>
  <cp:lastModifiedBy>Flowin</cp:lastModifiedBy>
  <cp:revision>1</cp:revision>
  <dcterms:created xsi:type="dcterms:W3CDTF">2026-07-02T16:26:05Z</dcterms:created>
  <dcterms:modified xsi:type="dcterms:W3CDTF">2026-07-02T16:26:05Z</dcterms:modified>
</cp:coreProperties>
</file>