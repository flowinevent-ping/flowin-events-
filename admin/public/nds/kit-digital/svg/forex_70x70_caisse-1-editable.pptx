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caisse-1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caisse-1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caisse-1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6400" y="1166400"/>
            <a:ext cx="4996800" cy="1324800"/>
          </a:xfrm>
          <a:prstGeom prst="rect">
            <a:avLst/>
          </a:prstGeom>
        </p:spPr>
      </p:pic>
      <p:pic>
        <p:nvPicPr>
          <p:cNvPr id="5" name="Image 3" descr="/home/claude/vid/forex_layers/forex_70x70_caisse-1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caisse-1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caisse-1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caisse-1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caisse-1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caisse-1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caisse-1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caisse-1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caisse-1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Caisse 1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