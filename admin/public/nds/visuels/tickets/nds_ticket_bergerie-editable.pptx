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352800" cy="2011680"/>
  <p:notesSz cx="2011680" cy="3352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work/tplate_nds_tickets_berger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352800" cy="2011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7264" y="525780"/>
            <a:ext cx="3023616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Domaine de la Bergerie — Nuit offerte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207264" y="719633"/>
            <a:ext cx="3023616" cy="1761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16" dirty="0">
                <a:solidFill>
                  <a:srgbClr val="DEE4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Domaine de la Bergerie  ·  Valeur 51 €</a:t>
            </a:r>
            <a:endParaRPr lang="en-US" sz="816" dirty="0"/>
          </a:p>
        </p:txBody>
      </p:sp>
      <p:sp>
        <p:nvSpPr>
          <p:cNvPr id="5" name="Text 2"/>
          <p:cNvSpPr/>
          <p:nvPr/>
        </p:nvSpPr>
        <p:spPr>
          <a:xfrm>
            <a:off x="1764792" y="146304"/>
            <a:ext cx="1557528" cy="207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6102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NDS-BERGERIE-001</a:t>
            </a:r>
            <a:endParaRPr lang="en-US" sz="9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Ticket tombola — Domaine de la Bergerie — Nuit offerte</dc:title>
  <dc:subject>PptxGenJS Presentation</dc:subject>
  <dc:creator>Flowin</dc:creator>
  <cp:lastModifiedBy>Flowin</cp:lastModifiedBy>
  <cp:revision>1</cp:revision>
  <dcterms:created xsi:type="dcterms:W3CDTF">2026-06-29T13:54:38Z</dcterms:created>
  <dcterms:modified xsi:type="dcterms:W3CDTF">2026-06-29T13:54:38Z</dcterms:modified>
</cp:coreProperties>
</file>