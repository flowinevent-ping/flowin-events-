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352800" cy="2011680"/>
  <p:notesSz cx="2011680" cy="335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tplate_nds_tickets_giord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35280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264" y="525780"/>
            <a:ext cx="3023616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Électroménager Giordano — Bon d'achat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07264" y="719633"/>
            <a:ext cx="3023616" cy="176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DEE4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Électroménager Giordano  ·  Valeur 78 €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1697736" y="146304"/>
            <a:ext cx="1624584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10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NDS-GIORDANO-001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 tombola — Électroménager Giordano — Bon d'achat</dc:title>
  <dc:subject>PptxGenJS Presentation</dc:subject>
  <dc:creator>Flowin</dc:creator>
  <cp:lastModifiedBy>Flowin</cp:lastModifiedBy>
  <cp:revision>1</cp:revision>
  <dcterms:created xsi:type="dcterms:W3CDTF">2026-06-29T13:54:38Z</dcterms:created>
  <dcterms:modified xsi:type="dcterms:W3CDTF">2026-06-29T13:54:38Z</dcterms:modified>
</cp:coreProperties>
</file>