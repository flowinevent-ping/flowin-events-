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u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25780"/>
            <a:ext cx="3023616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Utile Vence — Bon d'achat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Utile Vence  ·  Valeur 13 €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2008632" y="146304"/>
            <a:ext cx="1313688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NDS-UTILE-001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Utile Vence — Bon d'achat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