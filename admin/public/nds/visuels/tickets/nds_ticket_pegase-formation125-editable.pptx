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pegase-formation1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30184"/>
            <a:ext cx="3023616" cy="250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Auto-Moto-École Pégase — Formation 125</a:t>
            </a:r>
            <a:endParaRPr lang="en-US" sz="1159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Auto-Moto-École Pégase  ·  Valeur 280 €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1560576" y="146304"/>
            <a:ext cx="1761744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NDS-PEGASE-F125-001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Auto-Moto-École Pégase — Formation 125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